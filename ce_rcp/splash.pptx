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2"/>
    <p:sldId id="256" r:id="rId3"/>
    <p:sldId id="258" r:id="rId4"/>
    <p:sldId id="259" r:id="rId5"/>
    <p:sldId id="260" r:id="rId6"/>
    <p:sldId id="261" r:id="rId7"/>
    <p:sldId id="262" r:id="rId8"/>
    <p:sldId id="263" r:id="rId9"/>
    <p:sldId id="264" r:id="rId10"/>
    <p:sldId id="265" r:id="rId11"/>
    <p:sldId id="25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726"/>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04E8C-5517-3ED0-C1B3-E5EAAA1FB7C0}"/>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1A807D5D-FEA9-B096-8B0D-53BAAF1726D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E0748481-AD3C-BE87-5DE7-5935F4D8AD59}"/>
              </a:ext>
            </a:extLst>
          </p:cNvPr>
          <p:cNvSpPr>
            <a:spLocks noGrp="1"/>
          </p:cNvSpPr>
          <p:nvPr>
            <p:ph type="dt" sz="half" idx="10"/>
          </p:nvPr>
        </p:nvSpPr>
        <p:spPr/>
        <p:txBody>
          <a:bodyPr/>
          <a:lstStyle/>
          <a:p>
            <a:fld id="{1E9ADDB4-A504-6543-A5D9-7C82BA3283D2}" type="datetimeFigureOut">
              <a:rPr lang="en-US" smtClean="0"/>
              <a:t>4/1/26</a:t>
            </a:fld>
            <a:endParaRPr lang="en-US"/>
          </a:p>
        </p:txBody>
      </p:sp>
      <p:sp>
        <p:nvSpPr>
          <p:cNvPr id="5" name="Footer Placeholder 4">
            <a:extLst>
              <a:ext uri="{FF2B5EF4-FFF2-40B4-BE49-F238E27FC236}">
                <a16:creationId xmlns:a16="http://schemas.microsoft.com/office/drawing/2014/main" id="{C0F12A08-1945-A8CD-3DF5-D7F452CF50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3221C4-9AE3-6AE5-A691-D877043D19B4}"/>
              </a:ext>
            </a:extLst>
          </p:cNvPr>
          <p:cNvSpPr>
            <a:spLocks noGrp="1"/>
          </p:cNvSpPr>
          <p:nvPr>
            <p:ph type="sldNum" sz="quarter" idx="12"/>
          </p:nvPr>
        </p:nvSpPr>
        <p:spPr/>
        <p:txBody>
          <a:bodyPr/>
          <a:lstStyle/>
          <a:p>
            <a:fld id="{5C10D0D1-DCF9-1246-BFED-B54EE1A7FFCB}" type="slidenum">
              <a:rPr lang="en-US" smtClean="0"/>
              <a:t>‹#›</a:t>
            </a:fld>
            <a:endParaRPr lang="en-US"/>
          </a:p>
        </p:txBody>
      </p:sp>
    </p:spTree>
    <p:extLst>
      <p:ext uri="{BB962C8B-B14F-4D97-AF65-F5344CB8AC3E}">
        <p14:creationId xmlns:p14="http://schemas.microsoft.com/office/powerpoint/2010/main" val="33728845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0D597-02C0-4CF0-16E2-658B2C0E413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E9D1629-D100-FF1B-2018-6760B1261ABB}"/>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702C991-B505-EA33-A1D1-73A55DBB85B9}"/>
              </a:ext>
            </a:extLst>
          </p:cNvPr>
          <p:cNvSpPr>
            <a:spLocks noGrp="1"/>
          </p:cNvSpPr>
          <p:nvPr>
            <p:ph type="dt" sz="half" idx="10"/>
          </p:nvPr>
        </p:nvSpPr>
        <p:spPr/>
        <p:txBody>
          <a:bodyPr/>
          <a:lstStyle/>
          <a:p>
            <a:fld id="{1E9ADDB4-A504-6543-A5D9-7C82BA3283D2}" type="datetimeFigureOut">
              <a:rPr lang="en-US" smtClean="0"/>
              <a:t>4/1/26</a:t>
            </a:fld>
            <a:endParaRPr lang="en-US"/>
          </a:p>
        </p:txBody>
      </p:sp>
      <p:sp>
        <p:nvSpPr>
          <p:cNvPr id="5" name="Footer Placeholder 4">
            <a:extLst>
              <a:ext uri="{FF2B5EF4-FFF2-40B4-BE49-F238E27FC236}">
                <a16:creationId xmlns:a16="http://schemas.microsoft.com/office/drawing/2014/main" id="{F7417F56-3E4E-5195-B50A-910BFBD4A0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CF1D3B-59E2-918F-84C9-CB7E23246930}"/>
              </a:ext>
            </a:extLst>
          </p:cNvPr>
          <p:cNvSpPr>
            <a:spLocks noGrp="1"/>
          </p:cNvSpPr>
          <p:nvPr>
            <p:ph type="sldNum" sz="quarter" idx="12"/>
          </p:nvPr>
        </p:nvSpPr>
        <p:spPr/>
        <p:txBody>
          <a:bodyPr/>
          <a:lstStyle/>
          <a:p>
            <a:fld id="{5C10D0D1-DCF9-1246-BFED-B54EE1A7FFCB}" type="slidenum">
              <a:rPr lang="en-US" smtClean="0"/>
              <a:t>‹#›</a:t>
            </a:fld>
            <a:endParaRPr lang="en-US"/>
          </a:p>
        </p:txBody>
      </p:sp>
    </p:spTree>
    <p:extLst>
      <p:ext uri="{BB962C8B-B14F-4D97-AF65-F5344CB8AC3E}">
        <p14:creationId xmlns:p14="http://schemas.microsoft.com/office/powerpoint/2010/main" val="5967802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22A21-D1EA-A535-D053-83F37BCFC10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25A40BC-A555-D07B-1C83-7DBA4ECEEBE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A5F8B7F9-6535-4B2C-AD7F-A32D872EBB6C}"/>
              </a:ext>
            </a:extLst>
          </p:cNvPr>
          <p:cNvSpPr>
            <a:spLocks noGrp="1"/>
          </p:cNvSpPr>
          <p:nvPr>
            <p:ph type="dt" sz="half" idx="10"/>
          </p:nvPr>
        </p:nvSpPr>
        <p:spPr/>
        <p:txBody>
          <a:bodyPr/>
          <a:lstStyle/>
          <a:p>
            <a:fld id="{1E9ADDB4-A504-6543-A5D9-7C82BA3283D2}" type="datetimeFigureOut">
              <a:rPr lang="en-US" smtClean="0"/>
              <a:t>4/1/26</a:t>
            </a:fld>
            <a:endParaRPr lang="en-US"/>
          </a:p>
        </p:txBody>
      </p:sp>
      <p:sp>
        <p:nvSpPr>
          <p:cNvPr id="5" name="Footer Placeholder 4">
            <a:extLst>
              <a:ext uri="{FF2B5EF4-FFF2-40B4-BE49-F238E27FC236}">
                <a16:creationId xmlns:a16="http://schemas.microsoft.com/office/drawing/2014/main" id="{7E72CF42-03B6-B79B-2902-B766BE3721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C1D32F-65CA-633F-4C9C-842901B4E565}"/>
              </a:ext>
            </a:extLst>
          </p:cNvPr>
          <p:cNvSpPr>
            <a:spLocks noGrp="1"/>
          </p:cNvSpPr>
          <p:nvPr>
            <p:ph type="sldNum" sz="quarter" idx="12"/>
          </p:nvPr>
        </p:nvSpPr>
        <p:spPr/>
        <p:txBody>
          <a:bodyPr/>
          <a:lstStyle/>
          <a:p>
            <a:fld id="{5C10D0D1-DCF9-1246-BFED-B54EE1A7FFCB}" type="slidenum">
              <a:rPr lang="en-US" smtClean="0"/>
              <a:t>‹#›</a:t>
            </a:fld>
            <a:endParaRPr lang="en-US"/>
          </a:p>
        </p:txBody>
      </p:sp>
    </p:spTree>
    <p:extLst>
      <p:ext uri="{BB962C8B-B14F-4D97-AF65-F5344CB8AC3E}">
        <p14:creationId xmlns:p14="http://schemas.microsoft.com/office/powerpoint/2010/main" val="752431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D4375-DBA2-54A4-00DB-123B9352BCF3}"/>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77B7B31-849F-249D-FA01-6404F16E1484}"/>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7FD96D17-4D71-B094-79CF-FDD2B1A3A007}"/>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97F429B8-9E9E-A59E-9E4D-1C0A9D8519D1}"/>
              </a:ext>
            </a:extLst>
          </p:cNvPr>
          <p:cNvSpPr>
            <a:spLocks noGrp="1"/>
          </p:cNvSpPr>
          <p:nvPr>
            <p:ph type="dt" sz="half" idx="10"/>
          </p:nvPr>
        </p:nvSpPr>
        <p:spPr/>
        <p:txBody>
          <a:bodyPr/>
          <a:lstStyle/>
          <a:p>
            <a:fld id="{1E9ADDB4-A504-6543-A5D9-7C82BA3283D2}" type="datetimeFigureOut">
              <a:rPr lang="en-US" smtClean="0"/>
              <a:t>4/1/26</a:t>
            </a:fld>
            <a:endParaRPr lang="en-US"/>
          </a:p>
        </p:txBody>
      </p:sp>
      <p:sp>
        <p:nvSpPr>
          <p:cNvPr id="6" name="Footer Placeholder 5">
            <a:extLst>
              <a:ext uri="{FF2B5EF4-FFF2-40B4-BE49-F238E27FC236}">
                <a16:creationId xmlns:a16="http://schemas.microsoft.com/office/drawing/2014/main" id="{4B60FDB7-B446-292B-373A-2A07BF5B8C6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8AC1D1-875F-5575-4114-45A653709C79}"/>
              </a:ext>
            </a:extLst>
          </p:cNvPr>
          <p:cNvSpPr>
            <a:spLocks noGrp="1"/>
          </p:cNvSpPr>
          <p:nvPr>
            <p:ph type="sldNum" sz="quarter" idx="12"/>
          </p:nvPr>
        </p:nvSpPr>
        <p:spPr/>
        <p:txBody>
          <a:bodyPr/>
          <a:lstStyle/>
          <a:p>
            <a:fld id="{5C10D0D1-DCF9-1246-BFED-B54EE1A7FFCB}" type="slidenum">
              <a:rPr lang="en-US" smtClean="0"/>
              <a:t>‹#›</a:t>
            </a:fld>
            <a:endParaRPr lang="en-US"/>
          </a:p>
        </p:txBody>
      </p:sp>
    </p:spTree>
    <p:extLst>
      <p:ext uri="{BB962C8B-B14F-4D97-AF65-F5344CB8AC3E}">
        <p14:creationId xmlns:p14="http://schemas.microsoft.com/office/powerpoint/2010/main" val="37708618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50F14-BA19-01E8-795D-92967E4DD22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979E075-45F5-5FAE-F649-3C02F018DE9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50BF6A3-6A35-8B01-63CD-ED71BED69B27}"/>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1F0FF314-7D24-5BE1-D96C-B22A720AB1A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CFFF6ADA-ECF8-49FC-0D97-03A22F8B738A}"/>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43832C8-07FF-1DE7-5648-9F12FD2948E9}"/>
              </a:ext>
            </a:extLst>
          </p:cNvPr>
          <p:cNvSpPr>
            <a:spLocks noGrp="1"/>
          </p:cNvSpPr>
          <p:nvPr>
            <p:ph type="dt" sz="half" idx="10"/>
          </p:nvPr>
        </p:nvSpPr>
        <p:spPr/>
        <p:txBody>
          <a:bodyPr/>
          <a:lstStyle/>
          <a:p>
            <a:fld id="{1E9ADDB4-A504-6543-A5D9-7C82BA3283D2}" type="datetimeFigureOut">
              <a:rPr lang="en-US" smtClean="0"/>
              <a:t>4/1/26</a:t>
            </a:fld>
            <a:endParaRPr lang="en-US"/>
          </a:p>
        </p:txBody>
      </p:sp>
      <p:sp>
        <p:nvSpPr>
          <p:cNvPr id="8" name="Footer Placeholder 7">
            <a:extLst>
              <a:ext uri="{FF2B5EF4-FFF2-40B4-BE49-F238E27FC236}">
                <a16:creationId xmlns:a16="http://schemas.microsoft.com/office/drawing/2014/main" id="{4EF796BC-23B1-E5A6-1B79-E0D7CDDB786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0B5BC1F-AA7D-D44C-121F-BC506C027891}"/>
              </a:ext>
            </a:extLst>
          </p:cNvPr>
          <p:cNvSpPr>
            <a:spLocks noGrp="1"/>
          </p:cNvSpPr>
          <p:nvPr>
            <p:ph type="sldNum" sz="quarter" idx="12"/>
          </p:nvPr>
        </p:nvSpPr>
        <p:spPr/>
        <p:txBody>
          <a:bodyPr/>
          <a:lstStyle/>
          <a:p>
            <a:fld id="{5C10D0D1-DCF9-1246-BFED-B54EE1A7FFCB}" type="slidenum">
              <a:rPr lang="en-US" smtClean="0"/>
              <a:t>‹#›</a:t>
            </a:fld>
            <a:endParaRPr lang="en-US"/>
          </a:p>
        </p:txBody>
      </p:sp>
    </p:spTree>
    <p:extLst>
      <p:ext uri="{BB962C8B-B14F-4D97-AF65-F5344CB8AC3E}">
        <p14:creationId xmlns:p14="http://schemas.microsoft.com/office/powerpoint/2010/main" val="31431609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AAC1A-4B0D-85D9-31CB-198870B1A4C0}"/>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2C522FE7-2694-2CBF-0582-D20E3197DE33}"/>
              </a:ext>
            </a:extLst>
          </p:cNvPr>
          <p:cNvSpPr>
            <a:spLocks noGrp="1"/>
          </p:cNvSpPr>
          <p:nvPr>
            <p:ph type="dt" sz="half" idx="10"/>
          </p:nvPr>
        </p:nvSpPr>
        <p:spPr/>
        <p:txBody>
          <a:bodyPr/>
          <a:lstStyle/>
          <a:p>
            <a:fld id="{1E9ADDB4-A504-6543-A5D9-7C82BA3283D2}" type="datetimeFigureOut">
              <a:rPr lang="en-US" smtClean="0"/>
              <a:t>4/1/26</a:t>
            </a:fld>
            <a:endParaRPr lang="en-US"/>
          </a:p>
        </p:txBody>
      </p:sp>
      <p:sp>
        <p:nvSpPr>
          <p:cNvPr id="4" name="Footer Placeholder 3">
            <a:extLst>
              <a:ext uri="{FF2B5EF4-FFF2-40B4-BE49-F238E27FC236}">
                <a16:creationId xmlns:a16="http://schemas.microsoft.com/office/drawing/2014/main" id="{04223A3E-2469-E694-DAE0-6521FFA706A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400593-97B6-1173-C3B0-C4FDD05B5689}"/>
              </a:ext>
            </a:extLst>
          </p:cNvPr>
          <p:cNvSpPr>
            <a:spLocks noGrp="1"/>
          </p:cNvSpPr>
          <p:nvPr>
            <p:ph type="sldNum" sz="quarter" idx="12"/>
          </p:nvPr>
        </p:nvSpPr>
        <p:spPr/>
        <p:txBody>
          <a:bodyPr/>
          <a:lstStyle/>
          <a:p>
            <a:fld id="{5C10D0D1-DCF9-1246-BFED-B54EE1A7FFCB}" type="slidenum">
              <a:rPr lang="en-US" smtClean="0"/>
              <a:t>‹#›</a:t>
            </a:fld>
            <a:endParaRPr lang="en-US"/>
          </a:p>
        </p:txBody>
      </p:sp>
    </p:spTree>
    <p:extLst>
      <p:ext uri="{BB962C8B-B14F-4D97-AF65-F5344CB8AC3E}">
        <p14:creationId xmlns:p14="http://schemas.microsoft.com/office/powerpoint/2010/main" val="22496487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D40E80-787A-FAA9-D1F3-E9D07A2526B4}"/>
              </a:ext>
            </a:extLst>
          </p:cNvPr>
          <p:cNvSpPr>
            <a:spLocks noGrp="1"/>
          </p:cNvSpPr>
          <p:nvPr>
            <p:ph type="dt" sz="half" idx="10"/>
          </p:nvPr>
        </p:nvSpPr>
        <p:spPr/>
        <p:txBody>
          <a:bodyPr/>
          <a:lstStyle/>
          <a:p>
            <a:fld id="{1E9ADDB4-A504-6543-A5D9-7C82BA3283D2}" type="datetimeFigureOut">
              <a:rPr lang="en-US" smtClean="0"/>
              <a:t>4/1/26</a:t>
            </a:fld>
            <a:endParaRPr lang="en-US"/>
          </a:p>
        </p:txBody>
      </p:sp>
      <p:sp>
        <p:nvSpPr>
          <p:cNvPr id="3" name="Footer Placeholder 2">
            <a:extLst>
              <a:ext uri="{FF2B5EF4-FFF2-40B4-BE49-F238E27FC236}">
                <a16:creationId xmlns:a16="http://schemas.microsoft.com/office/drawing/2014/main" id="{756FFA03-2F52-E102-C885-80950C13EC3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88AB472-8AFC-E33F-477F-F1ED956214DE}"/>
              </a:ext>
            </a:extLst>
          </p:cNvPr>
          <p:cNvSpPr>
            <a:spLocks noGrp="1"/>
          </p:cNvSpPr>
          <p:nvPr>
            <p:ph type="sldNum" sz="quarter" idx="12"/>
          </p:nvPr>
        </p:nvSpPr>
        <p:spPr/>
        <p:txBody>
          <a:bodyPr/>
          <a:lstStyle/>
          <a:p>
            <a:fld id="{5C10D0D1-DCF9-1246-BFED-B54EE1A7FFCB}" type="slidenum">
              <a:rPr lang="en-US" smtClean="0"/>
              <a:t>‹#›</a:t>
            </a:fld>
            <a:endParaRPr lang="en-US"/>
          </a:p>
        </p:txBody>
      </p:sp>
    </p:spTree>
    <p:extLst>
      <p:ext uri="{BB962C8B-B14F-4D97-AF65-F5344CB8AC3E}">
        <p14:creationId xmlns:p14="http://schemas.microsoft.com/office/powerpoint/2010/main" val="23132904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5CF25-D937-4ED1-F829-18D25A555CC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4515B788-A484-C7DE-7C42-BED145384EC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9B8D9CA6-8AD6-1001-7C3D-ECA9A60DFF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A59C4E1-060D-51D1-7B21-8B9471452201}"/>
              </a:ext>
            </a:extLst>
          </p:cNvPr>
          <p:cNvSpPr>
            <a:spLocks noGrp="1"/>
          </p:cNvSpPr>
          <p:nvPr>
            <p:ph type="dt" sz="half" idx="10"/>
          </p:nvPr>
        </p:nvSpPr>
        <p:spPr/>
        <p:txBody>
          <a:bodyPr/>
          <a:lstStyle/>
          <a:p>
            <a:fld id="{1E9ADDB4-A504-6543-A5D9-7C82BA3283D2}" type="datetimeFigureOut">
              <a:rPr lang="en-US" smtClean="0"/>
              <a:t>4/1/26</a:t>
            </a:fld>
            <a:endParaRPr lang="en-US"/>
          </a:p>
        </p:txBody>
      </p:sp>
      <p:sp>
        <p:nvSpPr>
          <p:cNvPr id="6" name="Footer Placeholder 5">
            <a:extLst>
              <a:ext uri="{FF2B5EF4-FFF2-40B4-BE49-F238E27FC236}">
                <a16:creationId xmlns:a16="http://schemas.microsoft.com/office/drawing/2014/main" id="{38C56231-FC0B-88C4-4684-DB9B5EBB73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88BF1F-31B7-909E-58DF-4716527156B4}"/>
              </a:ext>
            </a:extLst>
          </p:cNvPr>
          <p:cNvSpPr>
            <a:spLocks noGrp="1"/>
          </p:cNvSpPr>
          <p:nvPr>
            <p:ph type="sldNum" sz="quarter" idx="12"/>
          </p:nvPr>
        </p:nvSpPr>
        <p:spPr/>
        <p:txBody>
          <a:bodyPr/>
          <a:lstStyle/>
          <a:p>
            <a:fld id="{5C10D0D1-DCF9-1246-BFED-B54EE1A7FFCB}" type="slidenum">
              <a:rPr lang="en-US" smtClean="0"/>
              <a:t>‹#›</a:t>
            </a:fld>
            <a:endParaRPr lang="en-US"/>
          </a:p>
        </p:txBody>
      </p:sp>
    </p:spTree>
    <p:extLst>
      <p:ext uri="{BB962C8B-B14F-4D97-AF65-F5344CB8AC3E}">
        <p14:creationId xmlns:p14="http://schemas.microsoft.com/office/powerpoint/2010/main" val="35915885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512AD-41CB-D499-AC48-9AAC04FB1F7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24D88725-D32C-A3FB-CE8A-5C6E9E7D64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D058E46-0438-2DA0-4E00-8604ECE0F0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1B8B9D3-56C4-5729-7D43-59643A05AAB5}"/>
              </a:ext>
            </a:extLst>
          </p:cNvPr>
          <p:cNvSpPr>
            <a:spLocks noGrp="1"/>
          </p:cNvSpPr>
          <p:nvPr>
            <p:ph type="dt" sz="half" idx="10"/>
          </p:nvPr>
        </p:nvSpPr>
        <p:spPr/>
        <p:txBody>
          <a:bodyPr/>
          <a:lstStyle/>
          <a:p>
            <a:fld id="{1E9ADDB4-A504-6543-A5D9-7C82BA3283D2}" type="datetimeFigureOut">
              <a:rPr lang="en-US" smtClean="0"/>
              <a:t>4/1/26</a:t>
            </a:fld>
            <a:endParaRPr lang="en-US"/>
          </a:p>
        </p:txBody>
      </p:sp>
      <p:sp>
        <p:nvSpPr>
          <p:cNvPr id="6" name="Footer Placeholder 5">
            <a:extLst>
              <a:ext uri="{FF2B5EF4-FFF2-40B4-BE49-F238E27FC236}">
                <a16:creationId xmlns:a16="http://schemas.microsoft.com/office/drawing/2014/main" id="{25CA213C-3ED9-83AB-0E7C-E9F33876BD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09F181-EBF3-A37A-ECBE-A2BE9DD56A7D}"/>
              </a:ext>
            </a:extLst>
          </p:cNvPr>
          <p:cNvSpPr>
            <a:spLocks noGrp="1"/>
          </p:cNvSpPr>
          <p:nvPr>
            <p:ph type="sldNum" sz="quarter" idx="12"/>
          </p:nvPr>
        </p:nvSpPr>
        <p:spPr/>
        <p:txBody>
          <a:bodyPr/>
          <a:lstStyle/>
          <a:p>
            <a:fld id="{5C10D0D1-DCF9-1246-BFED-B54EE1A7FFCB}" type="slidenum">
              <a:rPr lang="en-US" smtClean="0"/>
              <a:t>‹#›</a:t>
            </a:fld>
            <a:endParaRPr lang="en-US"/>
          </a:p>
        </p:txBody>
      </p:sp>
    </p:spTree>
    <p:extLst>
      <p:ext uri="{BB962C8B-B14F-4D97-AF65-F5344CB8AC3E}">
        <p14:creationId xmlns:p14="http://schemas.microsoft.com/office/powerpoint/2010/main" val="25265117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1281C-DAFA-4542-C529-DF1FC4A243B1}"/>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3A51A27-3E94-1DA2-1202-A57C81624A9F}"/>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07E631A-EED4-0B0E-DBB4-37341117FA3C}"/>
              </a:ext>
            </a:extLst>
          </p:cNvPr>
          <p:cNvSpPr>
            <a:spLocks noGrp="1"/>
          </p:cNvSpPr>
          <p:nvPr>
            <p:ph type="dt" sz="half" idx="10"/>
          </p:nvPr>
        </p:nvSpPr>
        <p:spPr/>
        <p:txBody>
          <a:bodyPr/>
          <a:lstStyle/>
          <a:p>
            <a:fld id="{1E9ADDB4-A504-6543-A5D9-7C82BA3283D2}" type="datetimeFigureOut">
              <a:rPr lang="en-US" smtClean="0"/>
              <a:t>4/1/26</a:t>
            </a:fld>
            <a:endParaRPr lang="en-US"/>
          </a:p>
        </p:txBody>
      </p:sp>
      <p:sp>
        <p:nvSpPr>
          <p:cNvPr id="5" name="Footer Placeholder 4">
            <a:extLst>
              <a:ext uri="{FF2B5EF4-FFF2-40B4-BE49-F238E27FC236}">
                <a16:creationId xmlns:a16="http://schemas.microsoft.com/office/drawing/2014/main" id="{F918EB81-6390-A7E3-D707-0A84FF2006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CCC7D6-B027-7CD3-2900-25CFBABF275E}"/>
              </a:ext>
            </a:extLst>
          </p:cNvPr>
          <p:cNvSpPr>
            <a:spLocks noGrp="1"/>
          </p:cNvSpPr>
          <p:nvPr>
            <p:ph type="sldNum" sz="quarter" idx="12"/>
          </p:nvPr>
        </p:nvSpPr>
        <p:spPr/>
        <p:txBody>
          <a:bodyPr/>
          <a:lstStyle/>
          <a:p>
            <a:fld id="{5C10D0D1-DCF9-1246-BFED-B54EE1A7FFCB}" type="slidenum">
              <a:rPr lang="en-US" smtClean="0"/>
              <a:t>‹#›</a:t>
            </a:fld>
            <a:endParaRPr lang="en-US"/>
          </a:p>
        </p:txBody>
      </p:sp>
    </p:spTree>
    <p:extLst>
      <p:ext uri="{BB962C8B-B14F-4D97-AF65-F5344CB8AC3E}">
        <p14:creationId xmlns:p14="http://schemas.microsoft.com/office/powerpoint/2010/main" val="23220083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82F1F4-0446-952F-43F6-1E61B5021C0B}"/>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463F8796-C21E-E949-FD19-E712782E947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6C5A737-7AB8-4A41-8A68-587A247D5478}"/>
              </a:ext>
            </a:extLst>
          </p:cNvPr>
          <p:cNvSpPr>
            <a:spLocks noGrp="1"/>
          </p:cNvSpPr>
          <p:nvPr>
            <p:ph type="dt" sz="half" idx="10"/>
          </p:nvPr>
        </p:nvSpPr>
        <p:spPr/>
        <p:txBody>
          <a:bodyPr/>
          <a:lstStyle/>
          <a:p>
            <a:fld id="{1E9ADDB4-A504-6543-A5D9-7C82BA3283D2}" type="datetimeFigureOut">
              <a:rPr lang="en-US" smtClean="0"/>
              <a:t>4/1/26</a:t>
            </a:fld>
            <a:endParaRPr lang="en-US"/>
          </a:p>
        </p:txBody>
      </p:sp>
      <p:sp>
        <p:nvSpPr>
          <p:cNvPr id="5" name="Footer Placeholder 4">
            <a:extLst>
              <a:ext uri="{FF2B5EF4-FFF2-40B4-BE49-F238E27FC236}">
                <a16:creationId xmlns:a16="http://schemas.microsoft.com/office/drawing/2014/main" id="{286FD071-76CB-15BF-1D38-29C53AD82D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F61C39-D0C9-501F-8E47-D4664DBC6980}"/>
              </a:ext>
            </a:extLst>
          </p:cNvPr>
          <p:cNvSpPr>
            <a:spLocks noGrp="1"/>
          </p:cNvSpPr>
          <p:nvPr>
            <p:ph type="sldNum" sz="quarter" idx="12"/>
          </p:nvPr>
        </p:nvSpPr>
        <p:spPr/>
        <p:txBody>
          <a:bodyPr/>
          <a:lstStyle/>
          <a:p>
            <a:fld id="{5C10D0D1-DCF9-1246-BFED-B54EE1A7FFCB}" type="slidenum">
              <a:rPr lang="en-US" smtClean="0"/>
              <a:t>‹#›</a:t>
            </a:fld>
            <a:endParaRPr lang="en-US"/>
          </a:p>
        </p:txBody>
      </p:sp>
    </p:spTree>
    <p:extLst>
      <p:ext uri="{BB962C8B-B14F-4D97-AF65-F5344CB8AC3E}">
        <p14:creationId xmlns:p14="http://schemas.microsoft.com/office/powerpoint/2010/main" val="14657146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05A4B5-ED6C-20BC-6990-AA0DB76FA5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04B33655-28D9-F716-E2C8-B952227F5BE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7DAF7A0-20F7-36EB-B4CE-154E56771CE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9ADDB4-A504-6543-A5D9-7C82BA3283D2}" type="datetimeFigureOut">
              <a:rPr lang="en-US" smtClean="0"/>
              <a:t>4/1/26</a:t>
            </a:fld>
            <a:endParaRPr lang="en-US"/>
          </a:p>
        </p:txBody>
      </p:sp>
      <p:sp>
        <p:nvSpPr>
          <p:cNvPr id="5" name="Footer Placeholder 4">
            <a:extLst>
              <a:ext uri="{FF2B5EF4-FFF2-40B4-BE49-F238E27FC236}">
                <a16:creationId xmlns:a16="http://schemas.microsoft.com/office/drawing/2014/main" id="{E9ABC84A-2E7D-E83B-66D9-DB03810A19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AD0A94B-FCA6-DF7D-2183-9750911258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10D0D1-DCF9-1246-BFED-B54EE1A7FFCB}" type="slidenum">
              <a:rPr lang="en-US" smtClean="0"/>
              <a:t>‹#›</a:t>
            </a:fld>
            <a:endParaRPr lang="en-US"/>
          </a:p>
        </p:txBody>
      </p:sp>
    </p:spTree>
    <p:extLst>
      <p:ext uri="{BB962C8B-B14F-4D97-AF65-F5344CB8AC3E}">
        <p14:creationId xmlns:p14="http://schemas.microsoft.com/office/powerpoint/2010/main" val="22492284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gif"/></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gif"/></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gif"/></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gif"/></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gif"/></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gif"/></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gif"/></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gif"/></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gif"/></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D941ED6-6E23-99EE-70BD-B675677C3387}"/>
              </a:ext>
            </a:extLst>
          </p:cNvPr>
          <p:cNvSpPr txBox="1"/>
          <p:nvPr/>
        </p:nvSpPr>
        <p:spPr>
          <a:xfrm>
            <a:off x="1860330" y="1135117"/>
            <a:ext cx="8984453" cy="4524315"/>
          </a:xfrm>
          <a:prstGeom prst="rect">
            <a:avLst/>
          </a:prstGeom>
          <a:noFill/>
        </p:spPr>
        <p:txBody>
          <a:bodyPr wrap="square" rtlCol="0">
            <a:spAutoFit/>
          </a:bodyPr>
          <a:lstStyle/>
          <a:p>
            <a:r>
              <a:rPr lang="en-US" dirty="0"/>
              <a:t>Each slide in this deck represents a single language.  The order of languages is as follows:</a:t>
            </a:r>
          </a:p>
          <a:p>
            <a:pPr marL="342900" indent="-342900">
              <a:buFont typeface="+mj-lt"/>
              <a:buAutoNum type="arabicPeriod"/>
            </a:pPr>
            <a:r>
              <a:rPr lang="en-US" dirty="0"/>
              <a:t>English</a:t>
            </a:r>
          </a:p>
          <a:p>
            <a:pPr marL="342900" indent="-342900">
              <a:buFont typeface="+mj-lt"/>
              <a:buAutoNum type="arabicPeriod"/>
            </a:pPr>
            <a:r>
              <a:rPr lang="en-US" dirty="0"/>
              <a:t>German</a:t>
            </a:r>
          </a:p>
          <a:p>
            <a:pPr marL="342900" indent="-342900">
              <a:buFont typeface="+mj-lt"/>
              <a:buAutoNum type="arabicPeriod"/>
            </a:pPr>
            <a:r>
              <a:rPr lang="en-US" dirty="0"/>
              <a:t>Spanish</a:t>
            </a:r>
          </a:p>
          <a:p>
            <a:pPr marL="342900" indent="-342900">
              <a:buFont typeface="+mj-lt"/>
              <a:buAutoNum type="arabicPeriod"/>
            </a:pPr>
            <a:r>
              <a:rPr lang="en-US" dirty="0"/>
              <a:t>French</a:t>
            </a:r>
          </a:p>
          <a:p>
            <a:pPr marL="342900" indent="-342900">
              <a:buFont typeface="+mj-lt"/>
              <a:buAutoNum type="arabicPeriod"/>
            </a:pPr>
            <a:r>
              <a:rPr lang="en-US" dirty="0"/>
              <a:t>Italian</a:t>
            </a:r>
          </a:p>
          <a:p>
            <a:pPr marL="342900" indent="-342900">
              <a:buFont typeface="+mj-lt"/>
              <a:buAutoNum type="arabicPeriod"/>
            </a:pPr>
            <a:r>
              <a:rPr lang="en-US" dirty="0"/>
              <a:t>Japanese</a:t>
            </a:r>
          </a:p>
          <a:p>
            <a:pPr marL="342900" indent="-342900">
              <a:buFont typeface="+mj-lt"/>
              <a:buAutoNum type="arabicPeriod"/>
            </a:pPr>
            <a:r>
              <a:rPr lang="en-US" dirty="0"/>
              <a:t>Korean</a:t>
            </a:r>
          </a:p>
          <a:p>
            <a:pPr marL="342900" indent="-342900">
              <a:buFont typeface="+mj-lt"/>
              <a:buAutoNum type="arabicPeriod"/>
            </a:pPr>
            <a:r>
              <a:rPr lang="en-US" dirty="0" err="1"/>
              <a:t>Portugese</a:t>
            </a:r>
            <a:endParaRPr lang="en-US" dirty="0"/>
          </a:p>
          <a:p>
            <a:pPr marL="342900" indent="-342900">
              <a:buFont typeface="+mj-lt"/>
              <a:buAutoNum type="arabicPeriod"/>
            </a:pPr>
            <a:r>
              <a:rPr lang="en-US" dirty="0"/>
              <a:t>Chinese</a:t>
            </a:r>
          </a:p>
          <a:p>
            <a:pPr marL="342900" indent="-342900">
              <a:buFont typeface="+mj-lt"/>
              <a:buAutoNum type="arabicPeriod"/>
            </a:pPr>
            <a:r>
              <a:rPr lang="en-US" dirty="0"/>
              <a:t>Chinese (Taiwan)</a:t>
            </a:r>
          </a:p>
          <a:p>
            <a:pPr marL="342900" indent="-342900">
              <a:buFont typeface="+mj-lt"/>
              <a:buAutoNum type="arabicPeriod"/>
            </a:pPr>
            <a:endParaRPr lang="en-US" dirty="0"/>
          </a:p>
          <a:p>
            <a:r>
              <a:rPr lang="en-US" dirty="0"/>
              <a:t>Note: The main splash screen needs to be a bmp file.  Eclipse is sensitive to screen size and resolution.  In order to create the main splash screen a screenshot was taken of the slide, the screenshot was edited to scale down the size and resolution (size: 452 x 302 / resolution: 72 pixels / inch), and then the file </a:t>
            </a:r>
            <a:r>
              <a:rPr lang="en-US"/>
              <a:t>was saved as a bmp.</a:t>
            </a:r>
            <a:endParaRPr lang="en-US" dirty="0"/>
          </a:p>
        </p:txBody>
      </p:sp>
    </p:spTree>
    <p:extLst>
      <p:ext uri="{BB962C8B-B14F-4D97-AF65-F5344CB8AC3E}">
        <p14:creationId xmlns:p14="http://schemas.microsoft.com/office/powerpoint/2010/main" val="14695182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CC9408D-B17D-02D5-D545-502B5783F853}"/>
              </a:ext>
            </a:extLst>
          </p:cNvPr>
          <p:cNvPicPr>
            <a:picLocks noChangeAspect="1"/>
          </p:cNvPicPr>
          <p:nvPr/>
        </p:nvPicPr>
        <p:blipFill>
          <a:blip r:embed="rId2">
            <a:alphaModFix amt="51000"/>
          </a:blip>
          <a:stretch>
            <a:fillRect/>
          </a:stretch>
        </p:blipFill>
        <p:spPr>
          <a:xfrm>
            <a:off x="451945" y="108142"/>
            <a:ext cx="11246069" cy="6641716"/>
          </a:xfrm>
          <a:prstGeom prst="rect">
            <a:avLst/>
          </a:prstGeom>
        </p:spPr>
      </p:pic>
      <p:pic>
        <p:nvPicPr>
          <p:cNvPr id="6" name="Picture 5" descr="Blue and white letters on a black background&#10;&#10;Description automatically generated">
            <a:extLst>
              <a:ext uri="{FF2B5EF4-FFF2-40B4-BE49-F238E27FC236}">
                <a16:creationId xmlns:a16="http://schemas.microsoft.com/office/drawing/2014/main" id="{F5B904B1-D1B4-274C-4512-AF57DBE9E4A3}"/>
              </a:ext>
            </a:extLst>
          </p:cNvPr>
          <p:cNvPicPr>
            <a:picLocks noChangeAspect="1"/>
          </p:cNvPicPr>
          <p:nvPr/>
        </p:nvPicPr>
        <p:blipFill>
          <a:blip r:embed="rId3"/>
          <a:stretch>
            <a:fillRect/>
          </a:stretch>
        </p:blipFill>
        <p:spPr>
          <a:xfrm>
            <a:off x="9802341" y="229238"/>
            <a:ext cx="1630406" cy="815203"/>
          </a:xfrm>
          <a:prstGeom prst="rect">
            <a:avLst/>
          </a:prstGeom>
        </p:spPr>
      </p:pic>
      <p:sp>
        <p:nvSpPr>
          <p:cNvPr id="7" name="TextBox 6">
            <a:extLst>
              <a:ext uri="{FF2B5EF4-FFF2-40B4-BE49-F238E27FC236}">
                <a16:creationId xmlns:a16="http://schemas.microsoft.com/office/drawing/2014/main" id="{CE3F177A-3033-D2FE-CA88-8936D42B25DE}"/>
              </a:ext>
            </a:extLst>
          </p:cNvPr>
          <p:cNvSpPr txBox="1"/>
          <p:nvPr/>
        </p:nvSpPr>
        <p:spPr>
          <a:xfrm>
            <a:off x="759253" y="5671499"/>
            <a:ext cx="10052910" cy="830997"/>
          </a:xfrm>
          <a:prstGeom prst="rect">
            <a:avLst/>
          </a:prstGeom>
          <a:noFill/>
        </p:spPr>
        <p:txBody>
          <a:bodyPr wrap="square" rtlCol="0">
            <a:spAutoFit/>
          </a:bodyPr>
          <a:lstStyle/>
          <a:p>
            <a:r>
              <a:rPr lang="en-US" sz="1200" dirty="0"/>
              <a:t>Licensed Materials - Property of IBM Corp. © Copyright IBM Corporation and its licensors 2002, 2026. All Rights Reserved. IBM, the IBM logo, and Tivoli are trademarks of IBM Corporation in the United States, other countries, or both. Built on Eclipse is a trademark of Eclipse Foundation, Inc. Java and all Java-based trademarks and logos are trademarks or registered trademarks of Oracle and/or its affiliates. Other company, product or service names may be trademarks or service marks of others.</a:t>
            </a:r>
          </a:p>
        </p:txBody>
      </p:sp>
      <p:sp>
        <p:nvSpPr>
          <p:cNvPr id="8" name="TextBox 7">
            <a:extLst>
              <a:ext uri="{FF2B5EF4-FFF2-40B4-BE49-F238E27FC236}">
                <a16:creationId xmlns:a16="http://schemas.microsoft.com/office/drawing/2014/main" id="{6069E488-42DC-D7AE-35A0-B05C1C48FCA3}"/>
              </a:ext>
            </a:extLst>
          </p:cNvPr>
          <p:cNvSpPr txBox="1"/>
          <p:nvPr/>
        </p:nvSpPr>
        <p:spPr>
          <a:xfrm>
            <a:off x="759253" y="229238"/>
            <a:ext cx="6768071" cy="892552"/>
          </a:xfrm>
          <a:prstGeom prst="rect">
            <a:avLst/>
          </a:prstGeom>
          <a:noFill/>
        </p:spPr>
        <p:txBody>
          <a:bodyPr wrap="square" rtlCol="0">
            <a:spAutoFit/>
          </a:bodyPr>
          <a:lstStyle/>
          <a:p>
            <a:r>
              <a:rPr lang="en-US" sz="3200" dirty="0"/>
              <a:t>IBM Security Verify Directory Integrator</a:t>
            </a:r>
          </a:p>
          <a:p>
            <a:r>
              <a:rPr lang="en-US" dirty="0"/>
              <a:t>10.0.0</a:t>
            </a:r>
          </a:p>
        </p:txBody>
      </p:sp>
      <p:pic>
        <p:nvPicPr>
          <p:cNvPr id="3" name="Picture 2" descr="A logo of a coffee cup&#10;&#10;Description automatically generated">
            <a:extLst>
              <a:ext uri="{FF2B5EF4-FFF2-40B4-BE49-F238E27FC236}">
                <a16:creationId xmlns:a16="http://schemas.microsoft.com/office/drawing/2014/main" id="{56B88643-C26A-C0E0-F378-76F9214BF14D}"/>
              </a:ext>
            </a:extLst>
          </p:cNvPr>
          <p:cNvPicPr>
            <a:picLocks noChangeAspect="1"/>
          </p:cNvPicPr>
          <p:nvPr/>
        </p:nvPicPr>
        <p:blipFill>
          <a:blip r:embed="rId4"/>
          <a:stretch>
            <a:fillRect/>
          </a:stretch>
        </p:blipFill>
        <p:spPr>
          <a:xfrm>
            <a:off x="10989322" y="5575266"/>
            <a:ext cx="531533" cy="927230"/>
          </a:xfrm>
          <a:prstGeom prst="rect">
            <a:avLst/>
          </a:prstGeom>
        </p:spPr>
      </p:pic>
    </p:spTree>
    <p:extLst>
      <p:ext uri="{BB962C8B-B14F-4D97-AF65-F5344CB8AC3E}">
        <p14:creationId xmlns:p14="http://schemas.microsoft.com/office/powerpoint/2010/main" val="11161983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CC9408D-B17D-02D5-D545-502B5783F853}"/>
              </a:ext>
            </a:extLst>
          </p:cNvPr>
          <p:cNvPicPr>
            <a:picLocks noChangeAspect="1"/>
          </p:cNvPicPr>
          <p:nvPr/>
        </p:nvPicPr>
        <p:blipFill>
          <a:blip r:embed="rId2">
            <a:alphaModFix amt="51000"/>
          </a:blip>
          <a:stretch>
            <a:fillRect/>
          </a:stretch>
        </p:blipFill>
        <p:spPr>
          <a:xfrm>
            <a:off x="451945" y="108142"/>
            <a:ext cx="11246069" cy="6641716"/>
          </a:xfrm>
          <a:prstGeom prst="rect">
            <a:avLst/>
          </a:prstGeom>
        </p:spPr>
      </p:pic>
      <p:pic>
        <p:nvPicPr>
          <p:cNvPr id="6" name="Picture 5" descr="Blue and white letters on a black background&#10;&#10;Description automatically generated">
            <a:extLst>
              <a:ext uri="{FF2B5EF4-FFF2-40B4-BE49-F238E27FC236}">
                <a16:creationId xmlns:a16="http://schemas.microsoft.com/office/drawing/2014/main" id="{F5B904B1-D1B4-274C-4512-AF57DBE9E4A3}"/>
              </a:ext>
            </a:extLst>
          </p:cNvPr>
          <p:cNvPicPr>
            <a:picLocks noChangeAspect="1"/>
          </p:cNvPicPr>
          <p:nvPr/>
        </p:nvPicPr>
        <p:blipFill>
          <a:blip r:embed="rId3"/>
          <a:stretch>
            <a:fillRect/>
          </a:stretch>
        </p:blipFill>
        <p:spPr>
          <a:xfrm>
            <a:off x="9802341" y="229238"/>
            <a:ext cx="1630406" cy="815203"/>
          </a:xfrm>
          <a:prstGeom prst="rect">
            <a:avLst/>
          </a:prstGeom>
        </p:spPr>
      </p:pic>
      <p:sp>
        <p:nvSpPr>
          <p:cNvPr id="7" name="TextBox 6">
            <a:extLst>
              <a:ext uri="{FF2B5EF4-FFF2-40B4-BE49-F238E27FC236}">
                <a16:creationId xmlns:a16="http://schemas.microsoft.com/office/drawing/2014/main" id="{CE3F177A-3033-D2FE-CA88-8936D42B25DE}"/>
              </a:ext>
            </a:extLst>
          </p:cNvPr>
          <p:cNvSpPr txBox="1"/>
          <p:nvPr/>
        </p:nvSpPr>
        <p:spPr>
          <a:xfrm>
            <a:off x="759253" y="5671499"/>
            <a:ext cx="10052910" cy="830997"/>
          </a:xfrm>
          <a:prstGeom prst="rect">
            <a:avLst/>
          </a:prstGeom>
          <a:noFill/>
        </p:spPr>
        <p:txBody>
          <a:bodyPr wrap="square" rtlCol="0">
            <a:spAutoFit/>
          </a:bodyPr>
          <a:lstStyle/>
          <a:p>
            <a:r>
              <a:rPr lang="de-DE" sz="1200" dirty="0"/>
              <a:t>Lizenzierte Materialien – Eigentum der IBM Corp. © Copyright IBM Corporation und ihre Lizenzgeber 2002, 2026. Alle Rechte vorbehalten. IBM, das IBM-Logo und Tivoli sind Marken der IBM Corporation in den Vereinigten Staaten und/oder anderen Ländern. „</a:t>
            </a:r>
            <a:r>
              <a:rPr lang="de-DE" sz="1200" dirty="0" err="1"/>
              <a:t>Built</a:t>
            </a:r>
            <a:r>
              <a:rPr lang="de-DE" sz="1200" dirty="0"/>
              <a:t> on </a:t>
            </a:r>
            <a:r>
              <a:rPr lang="de-DE" sz="1200" dirty="0" err="1"/>
              <a:t>Eclipse</a:t>
            </a:r>
            <a:r>
              <a:rPr lang="de-DE" sz="1200" dirty="0"/>
              <a:t>“ ist eine Marke der </a:t>
            </a:r>
            <a:r>
              <a:rPr lang="de-DE" sz="1200" dirty="0" err="1"/>
              <a:t>Eclipse</a:t>
            </a:r>
            <a:r>
              <a:rPr lang="de-DE" sz="1200" dirty="0"/>
              <a:t> </a:t>
            </a:r>
            <a:r>
              <a:rPr lang="de-DE" sz="1200" dirty="0" err="1"/>
              <a:t>Foundation</a:t>
            </a:r>
            <a:r>
              <a:rPr lang="de-DE" sz="1200" dirty="0"/>
              <a:t>, Inc. Java und alle auf Java basierenden Marken und Logos sind Marken oder eingetragene Marken von Oracle und/oder seinen verbundenen Unternehmen. Andere Firmen-, Produkt- oder Dienstleistungsnamen können Marken oder Dienstleistungsmarken anderer sein.</a:t>
            </a:r>
            <a:endParaRPr lang="en-US" sz="1200" dirty="0"/>
          </a:p>
        </p:txBody>
      </p:sp>
      <p:sp>
        <p:nvSpPr>
          <p:cNvPr id="8" name="TextBox 7">
            <a:extLst>
              <a:ext uri="{FF2B5EF4-FFF2-40B4-BE49-F238E27FC236}">
                <a16:creationId xmlns:a16="http://schemas.microsoft.com/office/drawing/2014/main" id="{6069E488-42DC-D7AE-35A0-B05C1C48FCA3}"/>
              </a:ext>
            </a:extLst>
          </p:cNvPr>
          <p:cNvSpPr txBox="1"/>
          <p:nvPr/>
        </p:nvSpPr>
        <p:spPr>
          <a:xfrm>
            <a:off x="759253" y="229238"/>
            <a:ext cx="6768071" cy="892552"/>
          </a:xfrm>
          <a:prstGeom prst="rect">
            <a:avLst/>
          </a:prstGeom>
          <a:noFill/>
        </p:spPr>
        <p:txBody>
          <a:bodyPr wrap="square" rtlCol="0">
            <a:spAutoFit/>
          </a:bodyPr>
          <a:lstStyle/>
          <a:p>
            <a:r>
              <a:rPr lang="en-US" sz="3200" dirty="0"/>
              <a:t>IBM Security Verify Directory Integrator</a:t>
            </a:r>
          </a:p>
          <a:p>
            <a:r>
              <a:rPr lang="en-US" dirty="0"/>
              <a:t>10.0.0</a:t>
            </a:r>
          </a:p>
        </p:txBody>
      </p:sp>
      <p:pic>
        <p:nvPicPr>
          <p:cNvPr id="3" name="Picture 2" descr="A logo of a coffee cup&#10;&#10;Description automatically generated">
            <a:extLst>
              <a:ext uri="{FF2B5EF4-FFF2-40B4-BE49-F238E27FC236}">
                <a16:creationId xmlns:a16="http://schemas.microsoft.com/office/drawing/2014/main" id="{56B88643-C26A-C0E0-F378-76F9214BF14D}"/>
              </a:ext>
            </a:extLst>
          </p:cNvPr>
          <p:cNvPicPr>
            <a:picLocks noChangeAspect="1"/>
          </p:cNvPicPr>
          <p:nvPr/>
        </p:nvPicPr>
        <p:blipFill>
          <a:blip r:embed="rId4"/>
          <a:stretch>
            <a:fillRect/>
          </a:stretch>
        </p:blipFill>
        <p:spPr>
          <a:xfrm>
            <a:off x="10989322" y="5575266"/>
            <a:ext cx="531533" cy="927230"/>
          </a:xfrm>
          <a:prstGeom prst="rect">
            <a:avLst/>
          </a:prstGeom>
        </p:spPr>
      </p:pic>
    </p:spTree>
    <p:extLst>
      <p:ext uri="{BB962C8B-B14F-4D97-AF65-F5344CB8AC3E}">
        <p14:creationId xmlns:p14="http://schemas.microsoft.com/office/powerpoint/2010/main" val="24360291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CC9408D-B17D-02D5-D545-502B5783F853}"/>
              </a:ext>
            </a:extLst>
          </p:cNvPr>
          <p:cNvPicPr>
            <a:picLocks noChangeAspect="1"/>
          </p:cNvPicPr>
          <p:nvPr/>
        </p:nvPicPr>
        <p:blipFill>
          <a:blip r:embed="rId2">
            <a:alphaModFix amt="51000"/>
          </a:blip>
          <a:stretch>
            <a:fillRect/>
          </a:stretch>
        </p:blipFill>
        <p:spPr>
          <a:xfrm>
            <a:off x="451945" y="108142"/>
            <a:ext cx="11246069" cy="6641716"/>
          </a:xfrm>
          <a:prstGeom prst="rect">
            <a:avLst/>
          </a:prstGeom>
        </p:spPr>
      </p:pic>
      <p:pic>
        <p:nvPicPr>
          <p:cNvPr id="6" name="Picture 5" descr="Blue and white letters on a black background&#10;&#10;Description automatically generated">
            <a:extLst>
              <a:ext uri="{FF2B5EF4-FFF2-40B4-BE49-F238E27FC236}">
                <a16:creationId xmlns:a16="http://schemas.microsoft.com/office/drawing/2014/main" id="{F5B904B1-D1B4-274C-4512-AF57DBE9E4A3}"/>
              </a:ext>
            </a:extLst>
          </p:cNvPr>
          <p:cNvPicPr>
            <a:picLocks noChangeAspect="1"/>
          </p:cNvPicPr>
          <p:nvPr/>
        </p:nvPicPr>
        <p:blipFill>
          <a:blip r:embed="rId3"/>
          <a:stretch>
            <a:fillRect/>
          </a:stretch>
        </p:blipFill>
        <p:spPr>
          <a:xfrm>
            <a:off x="9802341" y="229238"/>
            <a:ext cx="1630406" cy="815203"/>
          </a:xfrm>
          <a:prstGeom prst="rect">
            <a:avLst/>
          </a:prstGeom>
        </p:spPr>
      </p:pic>
      <p:sp>
        <p:nvSpPr>
          <p:cNvPr id="7" name="TextBox 6">
            <a:extLst>
              <a:ext uri="{FF2B5EF4-FFF2-40B4-BE49-F238E27FC236}">
                <a16:creationId xmlns:a16="http://schemas.microsoft.com/office/drawing/2014/main" id="{CE3F177A-3033-D2FE-CA88-8936D42B25DE}"/>
              </a:ext>
            </a:extLst>
          </p:cNvPr>
          <p:cNvSpPr txBox="1"/>
          <p:nvPr/>
        </p:nvSpPr>
        <p:spPr>
          <a:xfrm>
            <a:off x="759253" y="5671499"/>
            <a:ext cx="10052910" cy="830997"/>
          </a:xfrm>
          <a:prstGeom prst="rect">
            <a:avLst/>
          </a:prstGeom>
          <a:noFill/>
        </p:spPr>
        <p:txBody>
          <a:bodyPr wrap="square" rtlCol="0">
            <a:spAutoFit/>
          </a:bodyPr>
          <a:lstStyle/>
          <a:p>
            <a:r>
              <a:rPr lang="en-US" sz="1200" dirty="0" err="1"/>
              <a:t>Materiales</a:t>
            </a:r>
            <a:r>
              <a:rPr lang="en-US" sz="1200" dirty="0"/>
              <a:t> con </a:t>
            </a:r>
            <a:r>
              <a:rPr lang="en-US" sz="1200" dirty="0" err="1"/>
              <a:t>licencia</a:t>
            </a:r>
            <a:r>
              <a:rPr lang="en-US" sz="1200" dirty="0"/>
              <a:t> - </a:t>
            </a:r>
            <a:r>
              <a:rPr lang="en-US" sz="1200" dirty="0" err="1"/>
              <a:t>Propiedad</a:t>
            </a:r>
            <a:r>
              <a:rPr lang="en-US" sz="1200" dirty="0"/>
              <a:t> de IBM Corp. © Copyright IBM Corporation y sus </a:t>
            </a:r>
            <a:r>
              <a:rPr lang="en-US" sz="1200" dirty="0" err="1"/>
              <a:t>licenciantes</a:t>
            </a:r>
            <a:r>
              <a:rPr lang="en-US" sz="1200" dirty="0"/>
              <a:t> 2002, 2026. </a:t>
            </a:r>
            <a:r>
              <a:rPr lang="en-US" sz="1200" dirty="0" err="1"/>
              <a:t>Todos</a:t>
            </a:r>
            <a:r>
              <a:rPr lang="en-US" sz="1200" dirty="0"/>
              <a:t> </a:t>
            </a:r>
            <a:r>
              <a:rPr lang="en-US" sz="1200" dirty="0" err="1"/>
              <a:t>los</a:t>
            </a:r>
            <a:r>
              <a:rPr lang="en-US" sz="1200" dirty="0"/>
              <a:t> derechos </a:t>
            </a:r>
            <a:r>
              <a:rPr lang="en-US" sz="1200" dirty="0" err="1"/>
              <a:t>reservados</a:t>
            </a:r>
            <a:r>
              <a:rPr lang="en-US" sz="1200" dirty="0"/>
              <a:t>. IBM, </a:t>
            </a:r>
            <a:r>
              <a:rPr lang="en-US" sz="1200" dirty="0" err="1"/>
              <a:t>el</a:t>
            </a:r>
            <a:r>
              <a:rPr lang="en-US" sz="1200" dirty="0"/>
              <a:t> </a:t>
            </a:r>
            <a:r>
              <a:rPr lang="en-US" sz="1200" dirty="0" err="1"/>
              <a:t>logotipo</a:t>
            </a:r>
            <a:r>
              <a:rPr lang="en-US" sz="1200" dirty="0"/>
              <a:t> de IBM y Tivoli son </a:t>
            </a:r>
            <a:r>
              <a:rPr lang="en-US" sz="1200" dirty="0" err="1"/>
              <a:t>marcas</a:t>
            </a:r>
            <a:r>
              <a:rPr lang="en-US" sz="1200" dirty="0"/>
              <a:t> </a:t>
            </a:r>
            <a:r>
              <a:rPr lang="en-US" sz="1200" dirty="0" err="1"/>
              <a:t>comerciales</a:t>
            </a:r>
            <a:r>
              <a:rPr lang="en-US" sz="1200" dirty="0"/>
              <a:t> de IBM Corporation </a:t>
            </a:r>
            <a:r>
              <a:rPr lang="en-US" sz="1200" dirty="0" err="1"/>
              <a:t>en</a:t>
            </a:r>
            <a:r>
              <a:rPr lang="en-US" sz="1200" dirty="0"/>
              <a:t> </a:t>
            </a:r>
            <a:r>
              <a:rPr lang="en-US" sz="1200" dirty="0" err="1"/>
              <a:t>los</a:t>
            </a:r>
            <a:r>
              <a:rPr lang="en-US" sz="1200" dirty="0"/>
              <a:t> </a:t>
            </a:r>
            <a:r>
              <a:rPr lang="en-US" sz="1200" dirty="0" err="1"/>
              <a:t>Estados</a:t>
            </a:r>
            <a:r>
              <a:rPr lang="en-US" sz="1200" dirty="0"/>
              <a:t> Unidos, </a:t>
            </a:r>
            <a:r>
              <a:rPr lang="en-US" sz="1200" dirty="0" err="1"/>
              <a:t>en</a:t>
            </a:r>
            <a:r>
              <a:rPr lang="en-US" sz="1200" dirty="0"/>
              <a:t> </a:t>
            </a:r>
            <a:r>
              <a:rPr lang="en-US" sz="1200" dirty="0" err="1"/>
              <a:t>otros</a:t>
            </a:r>
            <a:r>
              <a:rPr lang="en-US" sz="1200" dirty="0"/>
              <a:t> </a:t>
            </a:r>
            <a:r>
              <a:rPr lang="en-US" sz="1200" dirty="0" err="1"/>
              <a:t>países</a:t>
            </a:r>
            <a:r>
              <a:rPr lang="en-US" sz="1200" dirty="0"/>
              <a:t> o </a:t>
            </a:r>
            <a:r>
              <a:rPr lang="en-US" sz="1200" dirty="0" err="1"/>
              <a:t>en</a:t>
            </a:r>
            <a:r>
              <a:rPr lang="en-US" sz="1200" dirty="0"/>
              <a:t> ambos. Built on Eclipse es </a:t>
            </a:r>
            <a:r>
              <a:rPr lang="en-US" sz="1200" dirty="0" err="1"/>
              <a:t>una</a:t>
            </a:r>
            <a:r>
              <a:rPr lang="en-US" sz="1200" dirty="0"/>
              <a:t> </a:t>
            </a:r>
            <a:r>
              <a:rPr lang="en-US" sz="1200" dirty="0" err="1"/>
              <a:t>marca</a:t>
            </a:r>
            <a:r>
              <a:rPr lang="en-US" sz="1200" dirty="0"/>
              <a:t> </a:t>
            </a:r>
            <a:r>
              <a:rPr lang="en-US" sz="1200" dirty="0" err="1"/>
              <a:t>comercial</a:t>
            </a:r>
            <a:r>
              <a:rPr lang="en-US" sz="1200" dirty="0"/>
              <a:t> de Eclipse Foundation, Inc. Java y </a:t>
            </a:r>
            <a:r>
              <a:rPr lang="en-US" sz="1200" dirty="0" err="1"/>
              <a:t>todas</a:t>
            </a:r>
            <a:r>
              <a:rPr lang="en-US" sz="1200" dirty="0"/>
              <a:t> las </a:t>
            </a:r>
            <a:r>
              <a:rPr lang="en-US" sz="1200" dirty="0" err="1"/>
              <a:t>marcas</a:t>
            </a:r>
            <a:r>
              <a:rPr lang="en-US" sz="1200" dirty="0"/>
              <a:t> </a:t>
            </a:r>
            <a:r>
              <a:rPr lang="en-US" sz="1200" dirty="0" err="1"/>
              <a:t>comerciales</a:t>
            </a:r>
            <a:r>
              <a:rPr lang="en-US" sz="1200" dirty="0"/>
              <a:t> y </a:t>
            </a:r>
            <a:r>
              <a:rPr lang="en-US" sz="1200" dirty="0" err="1"/>
              <a:t>logotipos</a:t>
            </a:r>
            <a:r>
              <a:rPr lang="en-US" sz="1200" dirty="0"/>
              <a:t> </a:t>
            </a:r>
            <a:r>
              <a:rPr lang="en-US" sz="1200" dirty="0" err="1"/>
              <a:t>basados</a:t>
            </a:r>
            <a:r>
              <a:rPr lang="en-US" sz="1200" dirty="0"/>
              <a:t> ​​</a:t>
            </a:r>
            <a:r>
              <a:rPr lang="en-US" sz="1200" dirty="0" err="1"/>
              <a:t>en</a:t>
            </a:r>
            <a:r>
              <a:rPr lang="en-US" sz="1200" dirty="0"/>
              <a:t> Java son </a:t>
            </a:r>
            <a:r>
              <a:rPr lang="en-US" sz="1200" dirty="0" err="1"/>
              <a:t>marcas</a:t>
            </a:r>
            <a:r>
              <a:rPr lang="en-US" sz="1200" dirty="0"/>
              <a:t> </a:t>
            </a:r>
            <a:r>
              <a:rPr lang="en-US" sz="1200" dirty="0" err="1"/>
              <a:t>comerciales</a:t>
            </a:r>
            <a:r>
              <a:rPr lang="en-US" sz="1200" dirty="0"/>
              <a:t> o </a:t>
            </a:r>
            <a:r>
              <a:rPr lang="en-US" sz="1200" dirty="0" err="1"/>
              <a:t>marcas</a:t>
            </a:r>
            <a:r>
              <a:rPr lang="en-US" sz="1200" dirty="0"/>
              <a:t> </a:t>
            </a:r>
            <a:r>
              <a:rPr lang="en-US" sz="1200" dirty="0" err="1"/>
              <a:t>comerciales</a:t>
            </a:r>
            <a:r>
              <a:rPr lang="en-US" sz="1200" dirty="0"/>
              <a:t> </a:t>
            </a:r>
            <a:r>
              <a:rPr lang="en-US" sz="1200" dirty="0" err="1"/>
              <a:t>registradas</a:t>
            </a:r>
            <a:r>
              <a:rPr lang="en-US" sz="1200" dirty="0"/>
              <a:t> de Oracle y/o sus </a:t>
            </a:r>
            <a:r>
              <a:rPr lang="en-US" sz="1200" dirty="0" err="1"/>
              <a:t>filiales</a:t>
            </a:r>
            <a:r>
              <a:rPr lang="en-US" sz="1200" dirty="0"/>
              <a:t>. </a:t>
            </a:r>
            <a:r>
              <a:rPr lang="en-US" sz="1200" dirty="0" err="1"/>
              <a:t>Otros</a:t>
            </a:r>
            <a:r>
              <a:rPr lang="en-US" sz="1200" dirty="0"/>
              <a:t> </a:t>
            </a:r>
            <a:r>
              <a:rPr lang="en-US" sz="1200" dirty="0" err="1"/>
              <a:t>nombres</a:t>
            </a:r>
            <a:r>
              <a:rPr lang="en-US" sz="1200" dirty="0"/>
              <a:t> de </a:t>
            </a:r>
            <a:r>
              <a:rPr lang="en-US" sz="1200" dirty="0" err="1"/>
              <a:t>empresas</a:t>
            </a:r>
            <a:r>
              <a:rPr lang="en-US" sz="1200" dirty="0"/>
              <a:t>, </a:t>
            </a:r>
            <a:r>
              <a:rPr lang="en-US" sz="1200" dirty="0" err="1"/>
              <a:t>productos</a:t>
            </a:r>
            <a:r>
              <a:rPr lang="en-US" sz="1200" dirty="0"/>
              <a:t> o </a:t>
            </a:r>
            <a:r>
              <a:rPr lang="en-US" sz="1200" dirty="0" err="1"/>
              <a:t>servicios</a:t>
            </a:r>
            <a:r>
              <a:rPr lang="en-US" sz="1200" dirty="0"/>
              <a:t> </a:t>
            </a:r>
            <a:r>
              <a:rPr lang="en-US" sz="1200" dirty="0" err="1"/>
              <a:t>pueden</a:t>
            </a:r>
            <a:r>
              <a:rPr lang="en-US" sz="1200" dirty="0"/>
              <a:t> ser </a:t>
            </a:r>
            <a:r>
              <a:rPr lang="en-US" sz="1200" dirty="0" err="1"/>
              <a:t>marcas</a:t>
            </a:r>
            <a:r>
              <a:rPr lang="en-US" sz="1200" dirty="0"/>
              <a:t> </a:t>
            </a:r>
            <a:r>
              <a:rPr lang="en-US" sz="1200" dirty="0" err="1"/>
              <a:t>comerciales</a:t>
            </a:r>
            <a:r>
              <a:rPr lang="en-US" sz="1200" dirty="0"/>
              <a:t> o </a:t>
            </a:r>
            <a:r>
              <a:rPr lang="en-US" sz="1200" dirty="0" err="1"/>
              <a:t>marcas</a:t>
            </a:r>
            <a:r>
              <a:rPr lang="en-US" sz="1200" dirty="0"/>
              <a:t> de </a:t>
            </a:r>
            <a:r>
              <a:rPr lang="en-US" sz="1200" dirty="0" err="1"/>
              <a:t>servicio</a:t>
            </a:r>
            <a:r>
              <a:rPr lang="en-US" sz="1200" dirty="0"/>
              <a:t> de </a:t>
            </a:r>
            <a:r>
              <a:rPr lang="en-US" sz="1200" dirty="0" err="1"/>
              <a:t>terceros</a:t>
            </a:r>
            <a:r>
              <a:rPr lang="en-US" sz="1200" dirty="0"/>
              <a:t>.</a:t>
            </a:r>
          </a:p>
        </p:txBody>
      </p:sp>
      <p:sp>
        <p:nvSpPr>
          <p:cNvPr id="8" name="TextBox 7">
            <a:extLst>
              <a:ext uri="{FF2B5EF4-FFF2-40B4-BE49-F238E27FC236}">
                <a16:creationId xmlns:a16="http://schemas.microsoft.com/office/drawing/2014/main" id="{6069E488-42DC-D7AE-35A0-B05C1C48FCA3}"/>
              </a:ext>
            </a:extLst>
          </p:cNvPr>
          <p:cNvSpPr txBox="1"/>
          <p:nvPr/>
        </p:nvSpPr>
        <p:spPr>
          <a:xfrm>
            <a:off x="759253" y="229238"/>
            <a:ext cx="6768071" cy="892552"/>
          </a:xfrm>
          <a:prstGeom prst="rect">
            <a:avLst/>
          </a:prstGeom>
          <a:noFill/>
        </p:spPr>
        <p:txBody>
          <a:bodyPr wrap="square" rtlCol="0">
            <a:spAutoFit/>
          </a:bodyPr>
          <a:lstStyle/>
          <a:p>
            <a:r>
              <a:rPr lang="en-US" sz="3200" dirty="0"/>
              <a:t>IBM Security Verify Directory Integrator</a:t>
            </a:r>
          </a:p>
          <a:p>
            <a:r>
              <a:rPr lang="en-US" dirty="0"/>
              <a:t>10.0.0</a:t>
            </a:r>
          </a:p>
        </p:txBody>
      </p:sp>
      <p:pic>
        <p:nvPicPr>
          <p:cNvPr id="3" name="Picture 2" descr="A logo of a coffee cup&#10;&#10;Description automatically generated">
            <a:extLst>
              <a:ext uri="{FF2B5EF4-FFF2-40B4-BE49-F238E27FC236}">
                <a16:creationId xmlns:a16="http://schemas.microsoft.com/office/drawing/2014/main" id="{56B88643-C26A-C0E0-F378-76F9214BF14D}"/>
              </a:ext>
            </a:extLst>
          </p:cNvPr>
          <p:cNvPicPr>
            <a:picLocks noChangeAspect="1"/>
          </p:cNvPicPr>
          <p:nvPr/>
        </p:nvPicPr>
        <p:blipFill>
          <a:blip r:embed="rId4"/>
          <a:stretch>
            <a:fillRect/>
          </a:stretch>
        </p:blipFill>
        <p:spPr>
          <a:xfrm>
            <a:off x="10989322" y="5575266"/>
            <a:ext cx="531533" cy="927230"/>
          </a:xfrm>
          <a:prstGeom prst="rect">
            <a:avLst/>
          </a:prstGeom>
        </p:spPr>
      </p:pic>
    </p:spTree>
    <p:extLst>
      <p:ext uri="{BB962C8B-B14F-4D97-AF65-F5344CB8AC3E}">
        <p14:creationId xmlns:p14="http://schemas.microsoft.com/office/powerpoint/2010/main" val="11490793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CC9408D-B17D-02D5-D545-502B5783F853}"/>
              </a:ext>
            </a:extLst>
          </p:cNvPr>
          <p:cNvPicPr>
            <a:picLocks noChangeAspect="1"/>
          </p:cNvPicPr>
          <p:nvPr/>
        </p:nvPicPr>
        <p:blipFill>
          <a:blip r:embed="rId2">
            <a:alphaModFix amt="51000"/>
          </a:blip>
          <a:stretch>
            <a:fillRect/>
          </a:stretch>
        </p:blipFill>
        <p:spPr>
          <a:xfrm>
            <a:off x="451945" y="108142"/>
            <a:ext cx="11246069" cy="6641716"/>
          </a:xfrm>
          <a:prstGeom prst="rect">
            <a:avLst/>
          </a:prstGeom>
        </p:spPr>
      </p:pic>
      <p:pic>
        <p:nvPicPr>
          <p:cNvPr id="6" name="Picture 5" descr="Blue and white letters on a black background&#10;&#10;Description automatically generated">
            <a:extLst>
              <a:ext uri="{FF2B5EF4-FFF2-40B4-BE49-F238E27FC236}">
                <a16:creationId xmlns:a16="http://schemas.microsoft.com/office/drawing/2014/main" id="{F5B904B1-D1B4-274C-4512-AF57DBE9E4A3}"/>
              </a:ext>
            </a:extLst>
          </p:cNvPr>
          <p:cNvPicPr>
            <a:picLocks noChangeAspect="1"/>
          </p:cNvPicPr>
          <p:nvPr/>
        </p:nvPicPr>
        <p:blipFill>
          <a:blip r:embed="rId3"/>
          <a:stretch>
            <a:fillRect/>
          </a:stretch>
        </p:blipFill>
        <p:spPr>
          <a:xfrm>
            <a:off x="9802341" y="229238"/>
            <a:ext cx="1630406" cy="815203"/>
          </a:xfrm>
          <a:prstGeom prst="rect">
            <a:avLst/>
          </a:prstGeom>
        </p:spPr>
      </p:pic>
      <p:sp>
        <p:nvSpPr>
          <p:cNvPr id="7" name="TextBox 6">
            <a:extLst>
              <a:ext uri="{FF2B5EF4-FFF2-40B4-BE49-F238E27FC236}">
                <a16:creationId xmlns:a16="http://schemas.microsoft.com/office/drawing/2014/main" id="{CE3F177A-3033-D2FE-CA88-8936D42B25DE}"/>
              </a:ext>
            </a:extLst>
          </p:cNvPr>
          <p:cNvSpPr txBox="1"/>
          <p:nvPr/>
        </p:nvSpPr>
        <p:spPr>
          <a:xfrm>
            <a:off x="759253" y="5671499"/>
            <a:ext cx="10052910" cy="830997"/>
          </a:xfrm>
          <a:prstGeom prst="rect">
            <a:avLst/>
          </a:prstGeom>
          <a:noFill/>
        </p:spPr>
        <p:txBody>
          <a:bodyPr wrap="square" rtlCol="0">
            <a:spAutoFit/>
          </a:bodyPr>
          <a:lstStyle/>
          <a:p>
            <a:r>
              <a:rPr lang="en-US" sz="1200" dirty="0"/>
              <a:t>Matériel sous </a:t>
            </a:r>
            <a:r>
              <a:rPr lang="en-US" sz="1200" dirty="0" err="1"/>
              <a:t>licence</a:t>
            </a:r>
            <a:r>
              <a:rPr lang="en-US" sz="1200" dirty="0"/>
              <a:t> - </a:t>
            </a:r>
            <a:r>
              <a:rPr lang="en-US" sz="1200" dirty="0" err="1"/>
              <a:t>Propriété</a:t>
            </a:r>
            <a:r>
              <a:rPr lang="en-US" sz="1200" dirty="0"/>
              <a:t> </a:t>
            </a:r>
            <a:r>
              <a:rPr lang="en-US" sz="1200" dirty="0" err="1"/>
              <a:t>d'IBM</a:t>
            </a:r>
            <a:r>
              <a:rPr lang="en-US" sz="1200" dirty="0"/>
              <a:t> Corp. © Copyright IBM Corporation et </a:t>
            </a:r>
            <a:r>
              <a:rPr lang="en-US" sz="1200" dirty="0" err="1"/>
              <a:t>ses</a:t>
            </a:r>
            <a:r>
              <a:rPr lang="en-US" sz="1200" dirty="0"/>
              <a:t> </a:t>
            </a:r>
            <a:r>
              <a:rPr lang="en-US" sz="1200" dirty="0" err="1"/>
              <a:t>concédants</a:t>
            </a:r>
            <a:r>
              <a:rPr lang="en-US" sz="1200" dirty="0"/>
              <a:t> 2002, 2026. </a:t>
            </a:r>
            <a:r>
              <a:rPr lang="en-US" sz="1200" dirty="0" err="1"/>
              <a:t>Tous</a:t>
            </a:r>
            <a:r>
              <a:rPr lang="en-US" sz="1200" dirty="0"/>
              <a:t> droits </a:t>
            </a:r>
            <a:r>
              <a:rPr lang="en-US" sz="1200" dirty="0" err="1"/>
              <a:t>réservés</a:t>
            </a:r>
            <a:r>
              <a:rPr lang="en-US" sz="1200" dirty="0"/>
              <a:t>. IBM, le logo IBM et Tivoli </a:t>
            </a:r>
            <a:r>
              <a:rPr lang="en-US" sz="1200" dirty="0" err="1"/>
              <a:t>sont</a:t>
            </a:r>
            <a:r>
              <a:rPr lang="en-US" sz="1200" dirty="0"/>
              <a:t> des marques </a:t>
            </a:r>
            <a:r>
              <a:rPr lang="en-US" sz="1200" dirty="0" err="1"/>
              <a:t>commerciales</a:t>
            </a:r>
            <a:r>
              <a:rPr lang="en-US" sz="1200" dirty="0"/>
              <a:t> </a:t>
            </a:r>
            <a:r>
              <a:rPr lang="en-US" sz="1200" dirty="0" err="1"/>
              <a:t>d'IBM</a:t>
            </a:r>
            <a:r>
              <a:rPr lang="en-US" sz="1200" dirty="0"/>
              <a:t> Corporation aux </a:t>
            </a:r>
            <a:r>
              <a:rPr lang="en-US" sz="1200" dirty="0" err="1"/>
              <a:t>États</a:t>
            </a:r>
            <a:r>
              <a:rPr lang="en-US" sz="1200" dirty="0"/>
              <a:t>-Unis, dans </a:t>
            </a:r>
            <a:r>
              <a:rPr lang="en-US" sz="1200" dirty="0" err="1"/>
              <a:t>d'autres</a:t>
            </a:r>
            <a:r>
              <a:rPr lang="en-US" sz="1200" dirty="0"/>
              <a:t> pays </a:t>
            </a:r>
            <a:r>
              <a:rPr lang="en-US" sz="1200" dirty="0" err="1"/>
              <a:t>ou</a:t>
            </a:r>
            <a:r>
              <a:rPr lang="en-US" sz="1200" dirty="0"/>
              <a:t> les deux. Built on Eclipse </a:t>
            </a:r>
            <a:r>
              <a:rPr lang="en-US" sz="1200" dirty="0" err="1"/>
              <a:t>est</a:t>
            </a:r>
            <a:r>
              <a:rPr lang="en-US" sz="1200" dirty="0"/>
              <a:t> </a:t>
            </a:r>
            <a:r>
              <a:rPr lang="en-US" sz="1200" dirty="0" err="1"/>
              <a:t>une</a:t>
            </a:r>
            <a:r>
              <a:rPr lang="en-US" sz="1200" dirty="0"/>
              <a:t> marque </a:t>
            </a:r>
            <a:r>
              <a:rPr lang="en-US" sz="1200" dirty="0" err="1"/>
              <a:t>commerciale</a:t>
            </a:r>
            <a:r>
              <a:rPr lang="en-US" sz="1200" dirty="0"/>
              <a:t> </a:t>
            </a:r>
            <a:r>
              <a:rPr lang="en-US" sz="1200" dirty="0" err="1"/>
              <a:t>d'Eclipse</a:t>
            </a:r>
            <a:r>
              <a:rPr lang="en-US" sz="1200" dirty="0"/>
              <a:t> Foundation, Inc. Java et </a:t>
            </a:r>
            <a:r>
              <a:rPr lang="en-US" sz="1200" dirty="0" err="1"/>
              <a:t>toutes</a:t>
            </a:r>
            <a:r>
              <a:rPr lang="en-US" sz="1200" dirty="0"/>
              <a:t> les marques </a:t>
            </a:r>
            <a:r>
              <a:rPr lang="en-US" sz="1200" dirty="0" err="1"/>
              <a:t>commerciales</a:t>
            </a:r>
            <a:r>
              <a:rPr lang="en-US" sz="1200" dirty="0"/>
              <a:t> et logos </a:t>
            </a:r>
            <a:r>
              <a:rPr lang="en-US" sz="1200" dirty="0" err="1"/>
              <a:t>basés</a:t>
            </a:r>
            <a:r>
              <a:rPr lang="en-US" sz="1200" dirty="0"/>
              <a:t> sur Java </a:t>
            </a:r>
            <a:r>
              <a:rPr lang="en-US" sz="1200" dirty="0" err="1"/>
              <a:t>sont</a:t>
            </a:r>
            <a:r>
              <a:rPr lang="en-US" sz="1200" dirty="0"/>
              <a:t> des marques </a:t>
            </a:r>
            <a:r>
              <a:rPr lang="en-US" sz="1200" dirty="0" err="1"/>
              <a:t>commerciales</a:t>
            </a:r>
            <a:r>
              <a:rPr lang="en-US" sz="1200" dirty="0"/>
              <a:t> </a:t>
            </a:r>
            <a:r>
              <a:rPr lang="en-US" sz="1200" dirty="0" err="1"/>
              <a:t>ou</a:t>
            </a:r>
            <a:r>
              <a:rPr lang="en-US" sz="1200" dirty="0"/>
              <a:t> des marques </a:t>
            </a:r>
            <a:r>
              <a:rPr lang="en-US" sz="1200" dirty="0" err="1"/>
              <a:t>déposées</a:t>
            </a:r>
            <a:r>
              <a:rPr lang="en-US" sz="1200" dirty="0"/>
              <a:t> </a:t>
            </a:r>
            <a:r>
              <a:rPr lang="en-US" sz="1200" dirty="0" err="1"/>
              <a:t>d'Oracle</a:t>
            </a:r>
            <a:r>
              <a:rPr lang="en-US" sz="1200" dirty="0"/>
              <a:t> et/</a:t>
            </a:r>
            <a:r>
              <a:rPr lang="en-US" sz="1200" dirty="0" err="1"/>
              <a:t>ou</a:t>
            </a:r>
            <a:r>
              <a:rPr lang="en-US" sz="1200" dirty="0"/>
              <a:t> de </a:t>
            </a:r>
            <a:r>
              <a:rPr lang="en-US" sz="1200" dirty="0" err="1"/>
              <a:t>ses</a:t>
            </a:r>
            <a:r>
              <a:rPr lang="en-US" sz="1200" dirty="0"/>
              <a:t> </a:t>
            </a:r>
            <a:r>
              <a:rPr lang="en-US" sz="1200" dirty="0" err="1"/>
              <a:t>filiales</a:t>
            </a:r>
            <a:r>
              <a:rPr lang="en-US" sz="1200" dirty="0"/>
              <a:t>. Les </a:t>
            </a:r>
            <a:r>
              <a:rPr lang="en-US" sz="1200" dirty="0" err="1"/>
              <a:t>autres</a:t>
            </a:r>
            <a:r>
              <a:rPr lang="en-US" sz="1200" dirty="0"/>
              <a:t> </a:t>
            </a:r>
            <a:r>
              <a:rPr lang="en-US" sz="1200" dirty="0" err="1"/>
              <a:t>noms</a:t>
            </a:r>
            <a:r>
              <a:rPr lang="en-US" sz="1200" dirty="0"/>
              <a:t> de </a:t>
            </a:r>
            <a:r>
              <a:rPr lang="en-US" sz="1200" dirty="0" err="1"/>
              <a:t>société</a:t>
            </a:r>
            <a:r>
              <a:rPr lang="en-US" sz="1200" dirty="0"/>
              <a:t>, de </a:t>
            </a:r>
            <a:r>
              <a:rPr lang="en-US" sz="1200" dirty="0" err="1"/>
              <a:t>produit</a:t>
            </a:r>
            <a:r>
              <a:rPr lang="en-US" sz="1200" dirty="0"/>
              <a:t> </a:t>
            </a:r>
            <a:r>
              <a:rPr lang="en-US" sz="1200" dirty="0" err="1"/>
              <a:t>ou</a:t>
            </a:r>
            <a:r>
              <a:rPr lang="en-US" sz="1200" dirty="0"/>
              <a:t> de service </a:t>
            </a:r>
            <a:r>
              <a:rPr lang="en-US" sz="1200" dirty="0" err="1"/>
              <a:t>peuvent</a:t>
            </a:r>
            <a:r>
              <a:rPr lang="en-US" sz="1200" dirty="0"/>
              <a:t> </a:t>
            </a:r>
            <a:r>
              <a:rPr lang="en-US" sz="1200" dirty="0" err="1"/>
              <a:t>être</a:t>
            </a:r>
            <a:r>
              <a:rPr lang="en-US" sz="1200" dirty="0"/>
              <a:t> des marques </a:t>
            </a:r>
            <a:r>
              <a:rPr lang="en-US" sz="1200" dirty="0" err="1"/>
              <a:t>commerciales</a:t>
            </a:r>
            <a:r>
              <a:rPr lang="en-US" sz="1200" dirty="0"/>
              <a:t> </a:t>
            </a:r>
            <a:r>
              <a:rPr lang="en-US" sz="1200" dirty="0" err="1"/>
              <a:t>ou</a:t>
            </a:r>
            <a:r>
              <a:rPr lang="en-US" sz="1200" dirty="0"/>
              <a:t> des marques de service de tiers.</a:t>
            </a:r>
          </a:p>
        </p:txBody>
      </p:sp>
      <p:sp>
        <p:nvSpPr>
          <p:cNvPr id="8" name="TextBox 7">
            <a:extLst>
              <a:ext uri="{FF2B5EF4-FFF2-40B4-BE49-F238E27FC236}">
                <a16:creationId xmlns:a16="http://schemas.microsoft.com/office/drawing/2014/main" id="{6069E488-42DC-D7AE-35A0-B05C1C48FCA3}"/>
              </a:ext>
            </a:extLst>
          </p:cNvPr>
          <p:cNvSpPr txBox="1"/>
          <p:nvPr/>
        </p:nvSpPr>
        <p:spPr>
          <a:xfrm>
            <a:off x="759253" y="229238"/>
            <a:ext cx="6768071" cy="892552"/>
          </a:xfrm>
          <a:prstGeom prst="rect">
            <a:avLst/>
          </a:prstGeom>
          <a:noFill/>
        </p:spPr>
        <p:txBody>
          <a:bodyPr wrap="square" rtlCol="0">
            <a:spAutoFit/>
          </a:bodyPr>
          <a:lstStyle/>
          <a:p>
            <a:r>
              <a:rPr lang="en-US" sz="3200" dirty="0"/>
              <a:t>IBM Security Verify Directory Integrator</a:t>
            </a:r>
          </a:p>
          <a:p>
            <a:r>
              <a:rPr lang="en-US" dirty="0"/>
              <a:t>10.0.0</a:t>
            </a:r>
          </a:p>
        </p:txBody>
      </p:sp>
      <p:pic>
        <p:nvPicPr>
          <p:cNvPr id="3" name="Picture 2" descr="A logo of a coffee cup&#10;&#10;Description automatically generated">
            <a:extLst>
              <a:ext uri="{FF2B5EF4-FFF2-40B4-BE49-F238E27FC236}">
                <a16:creationId xmlns:a16="http://schemas.microsoft.com/office/drawing/2014/main" id="{56B88643-C26A-C0E0-F378-76F9214BF14D}"/>
              </a:ext>
            </a:extLst>
          </p:cNvPr>
          <p:cNvPicPr>
            <a:picLocks noChangeAspect="1"/>
          </p:cNvPicPr>
          <p:nvPr/>
        </p:nvPicPr>
        <p:blipFill>
          <a:blip r:embed="rId4"/>
          <a:stretch>
            <a:fillRect/>
          </a:stretch>
        </p:blipFill>
        <p:spPr>
          <a:xfrm>
            <a:off x="10989322" y="5575266"/>
            <a:ext cx="531533" cy="927230"/>
          </a:xfrm>
          <a:prstGeom prst="rect">
            <a:avLst/>
          </a:prstGeom>
        </p:spPr>
      </p:pic>
    </p:spTree>
    <p:extLst>
      <p:ext uri="{BB962C8B-B14F-4D97-AF65-F5344CB8AC3E}">
        <p14:creationId xmlns:p14="http://schemas.microsoft.com/office/powerpoint/2010/main" val="23478673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CC9408D-B17D-02D5-D545-502B5783F853}"/>
              </a:ext>
            </a:extLst>
          </p:cNvPr>
          <p:cNvPicPr>
            <a:picLocks noChangeAspect="1"/>
          </p:cNvPicPr>
          <p:nvPr/>
        </p:nvPicPr>
        <p:blipFill>
          <a:blip r:embed="rId2">
            <a:alphaModFix amt="51000"/>
          </a:blip>
          <a:stretch>
            <a:fillRect/>
          </a:stretch>
        </p:blipFill>
        <p:spPr>
          <a:xfrm>
            <a:off x="451945" y="108142"/>
            <a:ext cx="11246069" cy="6641716"/>
          </a:xfrm>
          <a:prstGeom prst="rect">
            <a:avLst/>
          </a:prstGeom>
        </p:spPr>
      </p:pic>
      <p:pic>
        <p:nvPicPr>
          <p:cNvPr id="6" name="Picture 5" descr="Blue and white letters on a black background&#10;&#10;Description automatically generated">
            <a:extLst>
              <a:ext uri="{FF2B5EF4-FFF2-40B4-BE49-F238E27FC236}">
                <a16:creationId xmlns:a16="http://schemas.microsoft.com/office/drawing/2014/main" id="{F5B904B1-D1B4-274C-4512-AF57DBE9E4A3}"/>
              </a:ext>
            </a:extLst>
          </p:cNvPr>
          <p:cNvPicPr>
            <a:picLocks noChangeAspect="1"/>
          </p:cNvPicPr>
          <p:nvPr/>
        </p:nvPicPr>
        <p:blipFill>
          <a:blip r:embed="rId3"/>
          <a:stretch>
            <a:fillRect/>
          </a:stretch>
        </p:blipFill>
        <p:spPr>
          <a:xfrm>
            <a:off x="9802341" y="229238"/>
            <a:ext cx="1630406" cy="815203"/>
          </a:xfrm>
          <a:prstGeom prst="rect">
            <a:avLst/>
          </a:prstGeom>
        </p:spPr>
      </p:pic>
      <p:sp>
        <p:nvSpPr>
          <p:cNvPr id="7" name="TextBox 6">
            <a:extLst>
              <a:ext uri="{FF2B5EF4-FFF2-40B4-BE49-F238E27FC236}">
                <a16:creationId xmlns:a16="http://schemas.microsoft.com/office/drawing/2014/main" id="{CE3F177A-3033-D2FE-CA88-8936D42B25DE}"/>
              </a:ext>
            </a:extLst>
          </p:cNvPr>
          <p:cNvSpPr txBox="1"/>
          <p:nvPr/>
        </p:nvSpPr>
        <p:spPr>
          <a:xfrm>
            <a:off x="759253" y="5787376"/>
            <a:ext cx="10052910" cy="646331"/>
          </a:xfrm>
          <a:prstGeom prst="rect">
            <a:avLst/>
          </a:prstGeom>
          <a:noFill/>
        </p:spPr>
        <p:txBody>
          <a:bodyPr wrap="square" rtlCol="0">
            <a:spAutoFit/>
          </a:bodyPr>
          <a:lstStyle/>
          <a:p>
            <a:r>
              <a:rPr lang="en-US" sz="1200" dirty="0" err="1"/>
              <a:t>Materiali</a:t>
            </a:r>
            <a:r>
              <a:rPr lang="en-US" sz="1200" dirty="0"/>
              <a:t> </a:t>
            </a:r>
            <a:r>
              <a:rPr lang="en-US" sz="1200" dirty="0" err="1"/>
              <a:t>concessi</a:t>
            </a:r>
            <a:r>
              <a:rPr lang="en-US" sz="1200" dirty="0"/>
              <a:t> in </a:t>
            </a:r>
            <a:r>
              <a:rPr lang="en-US" sz="1200" dirty="0" err="1"/>
              <a:t>licenza</a:t>
            </a:r>
            <a:r>
              <a:rPr lang="en-US" sz="1200" dirty="0"/>
              <a:t> - </a:t>
            </a:r>
            <a:r>
              <a:rPr lang="en-US" sz="1200" dirty="0" err="1"/>
              <a:t>Proprietà</a:t>
            </a:r>
            <a:r>
              <a:rPr lang="en-US" sz="1200" dirty="0"/>
              <a:t> di IBM Corp. © Copyright IBM Corporation e </a:t>
            </a:r>
            <a:r>
              <a:rPr lang="en-US" sz="1200" dirty="0" err="1"/>
              <a:t>suoi</a:t>
            </a:r>
            <a:r>
              <a:rPr lang="en-US" sz="1200" dirty="0"/>
              <a:t> </a:t>
            </a:r>
            <a:r>
              <a:rPr lang="en-US" sz="1200" dirty="0" err="1"/>
              <a:t>licenziatari</a:t>
            </a:r>
            <a:r>
              <a:rPr lang="en-US" sz="1200" dirty="0"/>
              <a:t> 2002, 2026. Tutti </a:t>
            </a:r>
            <a:r>
              <a:rPr lang="en-US" sz="1200" dirty="0" err="1"/>
              <a:t>i</a:t>
            </a:r>
            <a:r>
              <a:rPr lang="en-US" sz="1200" dirty="0"/>
              <a:t> </a:t>
            </a:r>
            <a:r>
              <a:rPr lang="en-US" sz="1200" dirty="0" err="1"/>
              <a:t>diritti</a:t>
            </a:r>
            <a:r>
              <a:rPr lang="en-US" sz="1200" dirty="0"/>
              <a:t> </a:t>
            </a:r>
            <a:r>
              <a:rPr lang="en-US" sz="1200" dirty="0" err="1"/>
              <a:t>riservati</a:t>
            </a:r>
            <a:r>
              <a:rPr lang="en-US" sz="1200" dirty="0"/>
              <a:t>. IBM, il logo IBM e Tivoli </a:t>
            </a:r>
            <a:r>
              <a:rPr lang="en-US" sz="1200" dirty="0" err="1"/>
              <a:t>sono</a:t>
            </a:r>
            <a:r>
              <a:rPr lang="en-US" sz="1200" dirty="0"/>
              <a:t> </a:t>
            </a:r>
            <a:r>
              <a:rPr lang="en-US" sz="1200" dirty="0" err="1"/>
              <a:t>marchi</a:t>
            </a:r>
            <a:r>
              <a:rPr lang="en-US" sz="1200" dirty="0"/>
              <a:t> di IBM Corporation </a:t>
            </a:r>
            <a:r>
              <a:rPr lang="en-US" sz="1200" dirty="0" err="1"/>
              <a:t>negli</a:t>
            </a:r>
            <a:r>
              <a:rPr lang="en-US" sz="1200" dirty="0"/>
              <a:t> </a:t>
            </a:r>
            <a:r>
              <a:rPr lang="en-US" sz="1200" dirty="0" err="1"/>
              <a:t>Stati</a:t>
            </a:r>
            <a:r>
              <a:rPr lang="en-US" sz="1200" dirty="0"/>
              <a:t> </a:t>
            </a:r>
            <a:r>
              <a:rPr lang="en-US" sz="1200" dirty="0" err="1"/>
              <a:t>Uniti</a:t>
            </a:r>
            <a:r>
              <a:rPr lang="en-US" sz="1200" dirty="0"/>
              <a:t> e/o in </a:t>
            </a:r>
            <a:r>
              <a:rPr lang="en-US" sz="1200" dirty="0" err="1"/>
              <a:t>altri</a:t>
            </a:r>
            <a:r>
              <a:rPr lang="en-US" sz="1200" dirty="0"/>
              <a:t> </a:t>
            </a:r>
            <a:r>
              <a:rPr lang="en-US" sz="1200" dirty="0" err="1"/>
              <a:t>paesi</a:t>
            </a:r>
            <a:r>
              <a:rPr lang="en-US" sz="1200" dirty="0"/>
              <a:t>. Built on Eclipse </a:t>
            </a:r>
            <a:r>
              <a:rPr lang="en-US" sz="1200" dirty="0" err="1"/>
              <a:t>è</a:t>
            </a:r>
            <a:r>
              <a:rPr lang="en-US" sz="1200" dirty="0"/>
              <a:t> un </a:t>
            </a:r>
            <a:r>
              <a:rPr lang="en-US" sz="1200" dirty="0" err="1"/>
              <a:t>marchio</a:t>
            </a:r>
            <a:r>
              <a:rPr lang="en-US" sz="1200" dirty="0"/>
              <a:t> di Eclipse Foundation, Inc. Java e tutti </a:t>
            </a:r>
            <a:r>
              <a:rPr lang="en-US" sz="1200" dirty="0" err="1"/>
              <a:t>i</a:t>
            </a:r>
            <a:r>
              <a:rPr lang="en-US" sz="1200" dirty="0"/>
              <a:t> </a:t>
            </a:r>
            <a:r>
              <a:rPr lang="en-US" sz="1200" dirty="0" err="1"/>
              <a:t>marchi</a:t>
            </a:r>
            <a:r>
              <a:rPr lang="en-US" sz="1200" dirty="0"/>
              <a:t> e </a:t>
            </a:r>
            <a:r>
              <a:rPr lang="en-US" sz="1200" dirty="0" err="1"/>
              <a:t>loghi</a:t>
            </a:r>
            <a:r>
              <a:rPr lang="en-US" sz="1200" dirty="0"/>
              <a:t> </a:t>
            </a:r>
            <a:r>
              <a:rPr lang="en-US" sz="1200" dirty="0" err="1"/>
              <a:t>basati</a:t>
            </a:r>
            <a:r>
              <a:rPr lang="en-US" sz="1200" dirty="0"/>
              <a:t> </a:t>
            </a:r>
            <a:r>
              <a:rPr lang="en-US" sz="1200" dirty="0" err="1"/>
              <a:t>su</a:t>
            </a:r>
            <a:r>
              <a:rPr lang="en-US" sz="1200" dirty="0"/>
              <a:t> Java </a:t>
            </a:r>
            <a:r>
              <a:rPr lang="en-US" sz="1200" dirty="0" err="1"/>
              <a:t>sono</a:t>
            </a:r>
            <a:r>
              <a:rPr lang="en-US" sz="1200" dirty="0"/>
              <a:t> </a:t>
            </a:r>
            <a:r>
              <a:rPr lang="en-US" sz="1200" dirty="0" err="1"/>
              <a:t>marchi</a:t>
            </a:r>
            <a:r>
              <a:rPr lang="en-US" sz="1200" dirty="0"/>
              <a:t> o </a:t>
            </a:r>
            <a:r>
              <a:rPr lang="en-US" sz="1200" dirty="0" err="1"/>
              <a:t>marchi</a:t>
            </a:r>
            <a:r>
              <a:rPr lang="en-US" sz="1200" dirty="0"/>
              <a:t> </a:t>
            </a:r>
            <a:r>
              <a:rPr lang="en-US" sz="1200" dirty="0" err="1"/>
              <a:t>registrati</a:t>
            </a:r>
            <a:r>
              <a:rPr lang="en-US" sz="1200" dirty="0"/>
              <a:t> di Oracle e/o </a:t>
            </a:r>
            <a:r>
              <a:rPr lang="en-US" sz="1200" dirty="0" err="1"/>
              <a:t>delle</a:t>
            </a:r>
            <a:r>
              <a:rPr lang="en-US" sz="1200" dirty="0"/>
              <a:t> sue affiliate. </a:t>
            </a:r>
            <a:r>
              <a:rPr lang="en-US" sz="1200" dirty="0" err="1"/>
              <a:t>Altri</a:t>
            </a:r>
            <a:r>
              <a:rPr lang="en-US" sz="1200" dirty="0"/>
              <a:t> </a:t>
            </a:r>
            <a:r>
              <a:rPr lang="en-US" sz="1200" dirty="0" err="1"/>
              <a:t>nomi</a:t>
            </a:r>
            <a:r>
              <a:rPr lang="en-US" sz="1200" dirty="0"/>
              <a:t> di </a:t>
            </a:r>
            <a:r>
              <a:rPr lang="en-US" sz="1200" dirty="0" err="1"/>
              <a:t>società</a:t>
            </a:r>
            <a:r>
              <a:rPr lang="en-US" sz="1200" dirty="0"/>
              <a:t>, </a:t>
            </a:r>
            <a:r>
              <a:rPr lang="en-US" sz="1200" dirty="0" err="1"/>
              <a:t>prodotti</a:t>
            </a:r>
            <a:r>
              <a:rPr lang="en-US" sz="1200" dirty="0"/>
              <a:t> o </a:t>
            </a:r>
            <a:r>
              <a:rPr lang="en-US" sz="1200" dirty="0" err="1"/>
              <a:t>servizi</a:t>
            </a:r>
            <a:r>
              <a:rPr lang="en-US" sz="1200" dirty="0"/>
              <a:t> </a:t>
            </a:r>
            <a:r>
              <a:rPr lang="en-US" sz="1200" dirty="0" err="1"/>
              <a:t>possono</a:t>
            </a:r>
            <a:r>
              <a:rPr lang="en-US" sz="1200" dirty="0"/>
              <a:t> </a:t>
            </a:r>
            <a:r>
              <a:rPr lang="en-US" sz="1200" dirty="0" err="1"/>
              <a:t>essere</a:t>
            </a:r>
            <a:r>
              <a:rPr lang="en-US" sz="1200" dirty="0"/>
              <a:t> </a:t>
            </a:r>
            <a:r>
              <a:rPr lang="en-US" sz="1200" dirty="0" err="1"/>
              <a:t>marchi</a:t>
            </a:r>
            <a:r>
              <a:rPr lang="en-US" sz="1200" dirty="0"/>
              <a:t> o </a:t>
            </a:r>
            <a:r>
              <a:rPr lang="en-US" sz="1200" dirty="0" err="1"/>
              <a:t>marchi</a:t>
            </a:r>
            <a:r>
              <a:rPr lang="en-US" sz="1200" dirty="0"/>
              <a:t> di </a:t>
            </a:r>
            <a:r>
              <a:rPr lang="en-US" sz="1200" dirty="0" err="1"/>
              <a:t>servizio</a:t>
            </a:r>
            <a:r>
              <a:rPr lang="en-US" sz="1200" dirty="0"/>
              <a:t> di </a:t>
            </a:r>
            <a:r>
              <a:rPr lang="en-US" sz="1200" dirty="0" err="1"/>
              <a:t>altri</a:t>
            </a:r>
            <a:r>
              <a:rPr lang="en-US" sz="1200" dirty="0"/>
              <a:t>.</a:t>
            </a:r>
          </a:p>
        </p:txBody>
      </p:sp>
      <p:sp>
        <p:nvSpPr>
          <p:cNvPr id="8" name="TextBox 7">
            <a:extLst>
              <a:ext uri="{FF2B5EF4-FFF2-40B4-BE49-F238E27FC236}">
                <a16:creationId xmlns:a16="http://schemas.microsoft.com/office/drawing/2014/main" id="{6069E488-42DC-D7AE-35A0-B05C1C48FCA3}"/>
              </a:ext>
            </a:extLst>
          </p:cNvPr>
          <p:cNvSpPr txBox="1"/>
          <p:nvPr/>
        </p:nvSpPr>
        <p:spPr>
          <a:xfrm>
            <a:off x="759253" y="229238"/>
            <a:ext cx="6768071" cy="892552"/>
          </a:xfrm>
          <a:prstGeom prst="rect">
            <a:avLst/>
          </a:prstGeom>
          <a:noFill/>
        </p:spPr>
        <p:txBody>
          <a:bodyPr wrap="square" rtlCol="0">
            <a:spAutoFit/>
          </a:bodyPr>
          <a:lstStyle/>
          <a:p>
            <a:r>
              <a:rPr lang="en-US" sz="3200" dirty="0"/>
              <a:t>IBM Security Verify Directory Integrator</a:t>
            </a:r>
          </a:p>
          <a:p>
            <a:r>
              <a:rPr lang="en-US" dirty="0"/>
              <a:t>10.0.0</a:t>
            </a:r>
          </a:p>
        </p:txBody>
      </p:sp>
      <p:pic>
        <p:nvPicPr>
          <p:cNvPr id="3" name="Picture 2" descr="A logo of a coffee cup&#10;&#10;Description automatically generated">
            <a:extLst>
              <a:ext uri="{FF2B5EF4-FFF2-40B4-BE49-F238E27FC236}">
                <a16:creationId xmlns:a16="http://schemas.microsoft.com/office/drawing/2014/main" id="{56B88643-C26A-C0E0-F378-76F9214BF14D}"/>
              </a:ext>
            </a:extLst>
          </p:cNvPr>
          <p:cNvPicPr>
            <a:picLocks noChangeAspect="1"/>
          </p:cNvPicPr>
          <p:nvPr/>
        </p:nvPicPr>
        <p:blipFill>
          <a:blip r:embed="rId4"/>
          <a:stretch>
            <a:fillRect/>
          </a:stretch>
        </p:blipFill>
        <p:spPr>
          <a:xfrm>
            <a:off x="10989322" y="5575266"/>
            <a:ext cx="531533" cy="927230"/>
          </a:xfrm>
          <a:prstGeom prst="rect">
            <a:avLst/>
          </a:prstGeom>
        </p:spPr>
      </p:pic>
    </p:spTree>
    <p:extLst>
      <p:ext uri="{BB962C8B-B14F-4D97-AF65-F5344CB8AC3E}">
        <p14:creationId xmlns:p14="http://schemas.microsoft.com/office/powerpoint/2010/main" val="37439705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CC9408D-B17D-02D5-D545-502B5783F853}"/>
              </a:ext>
            </a:extLst>
          </p:cNvPr>
          <p:cNvPicPr>
            <a:picLocks noChangeAspect="1"/>
          </p:cNvPicPr>
          <p:nvPr/>
        </p:nvPicPr>
        <p:blipFill>
          <a:blip r:embed="rId2">
            <a:alphaModFix amt="51000"/>
          </a:blip>
          <a:stretch>
            <a:fillRect/>
          </a:stretch>
        </p:blipFill>
        <p:spPr>
          <a:xfrm>
            <a:off x="451945" y="108142"/>
            <a:ext cx="11246069" cy="6641716"/>
          </a:xfrm>
          <a:prstGeom prst="rect">
            <a:avLst/>
          </a:prstGeom>
        </p:spPr>
      </p:pic>
      <p:pic>
        <p:nvPicPr>
          <p:cNvPr id="6" name="Picture 5" descr="Blue and white letters on a black background&#10;&#10;Description automatically generated">
            <a:extLst>
              <a:ext uri="{FF2B5EF4-FFF2-40B4-BE49-F238E27FC236}">
                <a16:creationId xmlns:a16="http://schemas.microsoft.com/office/drawing/2014/main" id="{F5B904B1-D1B4-274C-4512-AF57DBE9E4A3}"/>
              </a:ext>
            </a:extLst>
          </p:cNvPr>
          <p:cNvPicPr>
            <a:picLocks noChangeAspect="1"/>
          </p:cNvPicPr>
          <p:nvPr/>
        </p:nvPicPr>
        <p:blipFill>
          <a:blip r:embed="rId3"/>
          <a:stretch>
            <a:fillRect/>
          </a:stretch>
        </p:blipFill>
        <p:spPr>
          <a:xfrm>
            <a:off x="9802341" y="229238"/>
            <a:ext cx="1630406" cy="815203"/>
          </a:xfrm>
          <a:prstGeom prst="rect">
            <a:avLst/>
          </a:prstGeom>
        </p:spPr>
      </p:pic>
      <p:sp>
        <p:nvSpPr>
          <p:cNvPr id="7" name="TextBox 6">
            <a:extLst>
              <a:ext uri="{FF2B5EF4-FFF2-40B4-BE49-F238E27FC236}">
                <a16:creationId xmlns:a16="http://schemas.microsoft.com/office/drawing/2014/main" id="{CE3F177A-3033-D2FE-CA88-8936D42B25DE}"/>
              </a:ext>
            </a:extLst>
          </p:cNvPr>
          <p:cNvSpPr txBox="1"/>
          <p:nvPr/>
        </p:nvSpPr>
        <p:spPr>
          <a:xfrm>
            <a:off x="759253" y="5671499"/>
            <a:ext cx="10052910" cy="830997"/>
          </a:xfrm>
          <a:prstGeom prst="rect">
            <a:avLst/>
          </a:prstGeom>
          <a:noFill/>
        </p:spPr>
        <p:txBody>
          <a:bodyPr wrap="square" rtlCol="0">
            <a:spAutoFit/>
          </a:bodyPr>
          <a:lstStyle/>
          <a:p>
            <a:r>
              <a:rPr lang="ja-JP" altLang="en-US" sz="1200"/>
              <a:t>ライセンス対象資料 </a:t>
            </a:r>
            <a:r>
              <a:rPr lang="en-US" altLang="ja-JP" sz="1200" dirty="0"/>
              <a:t>- </a:t>
            </a:r>
            <a:r>
              <a:rPr lang="en-US" sz="1200" dirty="0"/>
              <a:t>IBM Corp. </a:t>
            </a:r>
            <a:r>
              <a:rPr lang="ja-JP" altLang="en-US" sz="1200"/>
              <a:t>の所有物 </a:t>
            </a:r>
            <a:r>
              <a:rPr lang="en-US" altLang="ja-JP" sz="1200" dirty="0"/>
              <a:t>© </a:t>
            </a:r>
            <a:r>
              <a:rPr lang="en-US" sz="1200" dirty="0"/>
              <a:t>Copyright IBM Corporation </a:t>
            </a:r>
            <a:r>
              <a:rPr lang="ja-JP" altLang="en-US" sz="1200"/>
              <a:t>およびそのライセンサー </a:t>
            </a:r>
            <a:r>
              <a:rPr lang="en-US" altLang="ja-JP" sz="1200" dirty="0"/>
              <a:t>2002, 2026.</a:t>
            </a:r>
            <a:r>
              <a:rPr lang="en-US" sz="1200" dirty="0"/>
              <a:t>All Rights Reserved. IBM、IBM </a:t>
            </a:r>
            <a:r>
              <a:rPr lang="ja-JP" altLang="en-US" sz="1200"/>
              <a:t>ロゴ、および </a:t>
            </a:r>
            <a:r>
              <a:rPr lang="en-US" sz="1200" dirty="0"/>
              <a:t>Tivoli </a:t>
            </a:r>
            <a:r>
              <a:rPr lang="ja-JP" altLang="en-US" sz="1200"/>
              <a:t>は、米国およびその他の国、あるいはその両方における </a:t>
            </a:r>
            <a:r>
              <a:rPr lang="en-US" sz="1200" dirty="0"/>
              <a:t>IBM Corporation </a:t>
            </a:r>
            <a:r>
              <a:rPr lang="ja-JP" altLang="en-US" sz="1200"/>
              <a:t>の商標です。 </a:t>
            </a:r>
            <a:r>
              <a:rPr lang="en-US" sz="1200" dirty="0"/>
              <a:t>Built on Eclipse </a:t>
            </a:r>
            <a:r>
              <a:rPr lang="ja-JP" altLang="en-US" sz="1200"/>
              <a:t>は </a:t>
            </a:r>
            <a:r>
              <a:rPr lang="en-US" sz="1200" dirty="0"/>
              <a:t>Eclipse Foundation, Inc. </a:t>
            </a:r>
            <a:r>
              <a:rPr lang="ja-JP" altLang="en-US" sz="1200"/>
              <a:t>の商標です。</a:t>
            </a:r>
            <a:r>
              <a:rPr lang="en-US" sz="1200" dirty="0"/>
              <a:t>Java </a:t>
            </a:r>
            <a:r>
              <a:rPr lang="ja-JP" altLang="en-US" sz="1200"/>
              <a:t>およびすべての </a:t>
            </a:r>
            <a:r>
              <a:rPr lang="en-US" sz="1200" dirty="0"/>
              <a:t>Java </a:t>
            </a:r>
            <a:r>
              <a:rPr lang="ja-JP" altLang="en-US" sz="1200"/>
              <a:t>ベースの商標およびロゴは、</a:t>
            </a:r>
            <a:r>
              <a:rPr lang="en-US" sz="1200" dirty="0"/>
              <a:t>Oracle </a:t>
            </a:r>
            <a:r>
              <a:rPr lang="ja-JP" altLang="en-US" sz="1200"/>
              <a:t>および</a:t>
            </a:r>
            <a:r>
              <a:rPr lang="en-US" altLang="ja-JP" sz="1200" dirty="0"/>
              <a:t>/</a:t>
            </a:r>
            <a:r>
              <a:rPr lang="ja-JP" altLang="en-US" sz="1200"/>
              <a:t>またはその関連会社の商標または登録商標です。他の会社名、製品名、またはサービス名は、他社の商標またはサービスマークである場合があります。</a:t>
            </a:r>
            <a:endParaRPr lang="en-US" sz="1200" dirty="0"/>
          </a:p>
        </p:txBody>
      </p:sp>
      <p:sp>
        <p:nvSpPr>
          <p:cNvPr id="8" name="TextBox 7">
            <a:extLst>
              <a:ext uri="{FF2B5EF4-FFF2-40B4-BE49-F238E27FC236}">
                <a16:creationId xmlns:a16="http://schemas.microsoft.com/office/drawing/2014/main" id="{6069E488-42DC-D7AE-35A0-B05C1C48FCA3}"/>
              </a:ext>
            </a:extLst>
          </p:cNvPr>
          <p:cNvSpPr txBox="1"/>
          <p:nvPr/>
        </p:nvSpPr>
        <p:spPr>
          <a:xfrm>
            <a:off x="759253" y="229238"/>
            <a:ext cx="6768071" cy="892552"/>
          </a:xfrm>
          <a:prstGeom prst="rect">
            <a:avLst/>
          </a:prstGeom>
          <a:noFill/>
        </p:spPr>
        <p:txBody>
          <a:bodyPr wrap="square" rtlCol="0">
            <a:spAutoFit/>
          </a:bodyPr>
          <a:lstStyle/>
          <a:p>
            <a:r>
              <a:rPr lang="en-US" sz="3200" dirty="0"/>
              <a:t>IBM Security Verify Directory Integrator</a:t>
            </a:r>
          </a:p>
          <a:p>
            <a:r>
              <a:rPr lang="en-US" dirty="0"/>
              <a:t>10.0.0</a:t>
            </a:r>
          </a:p>
        </p:txBody>
      </p:sp>
      <p:pic>
        <p:nvPicPr>
          <p:cNvPr id="3" name="Picture 2" descr="A logo of a coffee cup&#10;&#10;Description automatically generated">
            <a:extLst>
              <a:ext uri="{FF2B5EF4-FFF2-40B4-BE49-F238E27FC236}">
                <a16:creationId xmlns:a16="http://schemas.microsoft.com/office/drawing/2014/main" id="{56B88643-C26A-C0E0-F378-76F9214BF14D}"/>
              </a:ext>
            </a:extLst>
          </p:cNvPr>
          <p:cNvPicPr>
            <a:picLocks noChangeAspect="1"/>
          </p:cNvPicPr>
          <p:nvPr/>
        </p:nvPicPr>
        <p:blipFill>
          <a:blip r:embed="rId4"/>
          <a:stretch>
            <a:fillRect/>
          </a:stretch>
        </p:blipFill>
        <p:spPr>
          <a:xfrm>
            <a:off x="10989322" y="5575266"/>
            <a:ext cx="531533" cy="927230"/>
          </a:xfrm>
          <a:prstGeom prst="rect">
            <a:avLst/>
          </a:prstGeom>
        </p:spPr>
      </p:pic>
    </p:spTree>
    <p:extLst>
      <p:ext uri="{BB962C8B-B14F-4D97-AF65-F5344CB8AC3E}">
        <p14:creationId xmlns:p14="http://schemas.microsoft.com/office/powerpoint/2010/main" val="7035748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CC9408D-B17D-02D5-D545-502B5783F853}"/>
              </a:ext>
            </a:extLst>
          </p:cNvPr>
          <p:cNvPicPr>
            <a:picLocks noChangeAspect="1"/>
          </p:cNvPicPr>
          <p:nvPr/>
        </p:nvPicPr>
        <p:blipFill>
          <a:blip r:embed="rId2">
            <a:alphaModFix amt="51000"/>
          </a:blip>
          <a:stretch>
            <a:fillRect/>
          </a:stretch>
        </p:blipFill>
        <p:spPr>
          <a:xfrm>
            <a:off x="472965" y="108142"/>
            <a:ext cx="11246069" cy="6641716"/>
          </a:xfrm>
          <a:prstGeom prst="rect">
            <a:avLst/>
          </a:prstGeom>
        </p:spPr>
      </p:pic>
      <p:pic>
        <p:nvPicPr>
          <p:cNvPr id="6" name="Picture 5" descr="Blue and white letters on a black background&#10;&#10;Description automatically generated">
            <a:extLst>
              <a:ext uri="{FF2B5EF4-FFF2-40B4-BE49-F238E27FC236}">
                <a16:creationId xmlns:a16="http://schemas.microsoft.com/office/drawing/2014/main" id="{F5B904B1-D1B4-274C-4512-AF57DBE9E4A3}"/>
              </a:ext>
            </a:extLst>
          </p:cNvPr>
          <p:cNvPicPr>
            <a:picLocks noChangeAspect="1"/>
          </p:cNvPicPr>
          <p:nvPr/>
        </p:nvPicPr>
        <p:blipFill>
          <a:blip r:embed="rId3"/>
          <a:stretch>
            <a:fillRect/>
          </a:stretch>
        </p:blipFill>
        <p:spPr>
          <a:xfrm>
            <a:off x="9802341" y="229238"/>
            <a:ext cx="1630406" cy="815203"/>
          </a:xfrm>
          <a:prstGeom prst="rect">
            <a:avLst/>
          </a:prstGeom>
        </p:spPr>
      </p:pic>
      <p:sp>
        <p:nvSpPr>
          <p:cNvPr id="7" name="TextBox 6">
            <a:extLst>
              <a:ext uri="{FF2B5EF4-FFF2-40B4-BE49-F238E27FC236}">
                <a16:creationId xmlns:a16="http://schemas.microsoft.com/office/drawing/2014/main" id="{CE3F177A-3033-D2FE-CA88-8936D42B25DE}"/>
              </a:ext>
            </a:extLst>
          </p:cNvPr>
          <p:cNvSpPr txBox="1"/>
          <p:nvPr/>
        </p:nvSpPr>
        <p:spPr>
          <a:xfrm>
            <a:off x="759253" y="5856165"/>
            <a:ext cx="10052910" cy="646331"/>
          </a:xfrm>
          <a:prstGeom prst="rect">
            <a:avLst/>
          </a:prstGeom>
          <a:noFill/>
        </p:spPr>
        <p:txBody>
          <a:bodyPr wrap="square" rtlCol="0">
            <a:spAutoFit/>
          </a:bodyPr>
          <a:lstStyle/>
          <a:p>
            <a:r>
              <a:rPr lang="ko-KR" altLang="en-US" sz="1200" dirty="0"/>
              <a:t>라이센스 자료 </a:t>
            </a:r>
            <a:r>
              <a:rPr lang="en-US" altLang="ko-KR" sz="1200" dirty="0"/>
              <a:t>- </a:t>
            </a:r>
            <a:r>
              <a:rPr lang="en-US" sz="1200" dirty="0"/>
              <a:t>IBM Corp.</a:t>
            </a:r>
            <a:r>
              <a:rPr lang="ko-KR" altLang="en-US" sz="1200" dirty="0"/>
              <a:t>의 재산 </a:t>
            </a:r>
            <a:r>
              <a:rPr lang="en-US" altLang="ko-KR" sz="1200" dirty="0"/>
              <a:t>© </a:t>
            </a:r>
            <a:r>
              <a:rPr lang="en-US" sz="1200" dirty="0"/>
              <a:t>Copyright IBM Corporation </a:t>
            </a:r>
            <a:r>
              <a:rPr lang="ko-KR" altLang="en-US" sz="1200" dirty="0"/>
              <a:t>및 해당 라이센스 제공자 </a:t>
            </a:r>
            <a:r>
              <a:rPr lang="en-US" altLang="ko-KR" sz="1200" dirty="0"/>
              <a:t>2002, 2026. </a:t>
            </a:r>
            <a:r>
              <a:rPr lang="en-US" sz="1200" dirty="0"/>
              <a:t>All Rights Reserved. IBM, IBM </a:t>
            </a:r>
            <a:r>
              <a:rPr lang="ko-KR" altLang="en-US" sz="1200" dirty="0"/>
              <a:t>로고 및 </a:t>
            </a:r>
            <a:r>
              <a:rPr lang="en-US" sz="1200" dirty="0"/>
              <a:t>Tivoli</a:t>
            </a:r>
            <a:r>
              <a:rPr lang="ko-KR" altLang="en-US" sz="1200" dirty="0"/>
              <a:t>는 미국 또는 기타 국가에서 사용되는 </a:t>
            </a:r>
            <a:r>
              <a:rPr lang="en-US" sz="1200" dirty="0"/>
              <a:t>IBM Corporation</a:t>
            </a:r>
            <a:r>
              <a:rPr lang="ko-KR" altLang="en-US" sz="1200" dirty="0"/>
              <a:t>의 상표입니다</a:t>
            </a:r>
            <a:r>
              <a:rPr lang="en-US" altLang="ko-KR" sz="1200" dirty="0"/>
              <a:t>. </a:t>
            </a:r>
            <a:r>
              <a:rPr lang="en-US" sz="1200" dirty="0"/>
              <a:t>Build on Eclipse</a:t>
            </a:r>
            <a:r>
              <a:rPr lang="ko-KR" altLang="en-US" sz="1200" dirty="0"/>
              <a:t>는 </a:t>
            </a:r>
            <a:r>
              <a:rPr lang="en-US" sz="1200" dirty="0"/>
              <a:t>Eclipse Foundation, Inc.</a:t>
            </a:r>
            <a:r>
              <a:rPr lang="ko-KR" altLang="en-US" sz="1200" dirty="0"/>
              <a:t>의 상표입니다</a:t>
            </a:r>
            <a:r>
              <a:rPr lang="en-US" altLang="ko-KR" sz="1200" dirty="0"/>
              <a:t>. </a:t>
            </a:r>
            <a:r>
              <a:rPr lang="en-US" sz="1200" dirty="0"/>
              <a:t>Java </a:t>
            </a:r>
            <a:r>
              <a:rPr lang="ko-KR" altLang="en-US" sz="1200" dirty="0"/>
              <a:t>및 모든 </a:t>
            </a:r>
            <a:r>
              <a:rPr lang="en-US" sz="1200" dirty="0"/>
              <a:t>Java </a:t>
            </a:r>
            <a:r>
              <a:rPr lang="ko-KR" altLang="en-US" sz="1200" dirty="0"/>
              <a:t>기반 상표와 로고는 </a:t>
            </a:r>
            <a:r>
              <a:rPr lang="en-US" sz="1200" dirty="0"/>
              <a:t>Oracle </a:t>
            </a:r>
            <a:r>
              <a:rPr lang="ko-KR" altLang="en-US" sz="1200" dirty="0"/>
              <a:t>및</a:t>
            </a:r>
            <a:r>
              <a:rPr lang="en-US" altLang="ko-KR" sz="1200" dirty="0"/>
              <a:t>/</a:t>
            </a:r>
            <a:r>
              <a:rPr lang="ko-KR" altLang="en-US" sz="1200" dirty="0"/>
              <a:t>또는 그 자회사의 상표 또는 등록 상표입니다</a:t>
            </a:r>
            <a:r>
              <a:rPr lang="en-US" altLang="ko-KR" sz="1200" dirty="0"/>
              <a:t>. </a:t>
            </a:r>
            <a:r>
              <a:rPr lang="ko-KR" altLang="en-US" sz="1200" dirty="0"/>
              <a:t>다른 회사</a:t>
            </a:r>
            <a:r>
              <a:rPr lang="en-US" altLang="ko-KR" sz="1200" dirty="0"/>
              <a:t>, </a:t>
            </a:r>
            <a:r>
              <a:rPr lang="ko-KR" altLang="en-US" sz="1200" dirty="0"/>
              <a:t>제품 또는 서비스 이름은 타사의 상표 또는 서비스 마크일 수 있습니다</a:t>
            </a:r>
            <a:r>
              <a:rPr lang="en-US" altLang="ko-KR" sz="1200" dirty="0"/>
              <a:t>.</a:t>
            </a:r>
            <a:endParaRPr lang="en-US" sz="1200" dirty="0"/>
          </a:p>
        </p:txBody>
      </p:sp>
      <p:sp>
        <p:nvSpPr>
          <p:cNvPr id="8" name="TextBox 7">
            <a:extLst>
              <a:ext uri="{FF2B5EF4-FFF2-40B4-BE49-F238E27FC236}">
                <a16:creationId xmlns:a16="http://schemas.microsoft.com/office/drawing/2014/main" id="{6069E488-42DC-D7AE-35A0-B05C1C48FCA3}"/>
              </a:ext>
            </a:extLst>
          </p:cNvPr>
          <p:cNvSpPr txBox="1"/>
          <p:nvPr/>
        </p:nvSpPr>
        <p:spPr>
          <a:xfrm>
            <a:off x="759253" y="229238"/>
            <a:ext cx="6768071" cy="892552"/>
          </a:xfrm>
          <a:prstGeom prst="rect">
            <a:avLst/>
          </a:prstGeom>
          <a:noFill/>
        </p:spPr>
        <p:txBody>
          <a:bodyPr wrap="square" rtlCol="0">
            <a:spAutoFit/>
          </a:bodyPr>
          <a:lstStyle/>
          <a:p>
            <a:r>
              <a:rPr lang="en-US" sz="3200" dirty="0"/>
              <a:t>IBM Security Verify Directory Integrator</a:t>
            </a:r>
          </a:p>
          <a:p>
            <a:r>
              <a:rPr lang="en-US" dirty="0"/>
              <a:t>10.0.0</a:t>
            </a:r>
          </a:p>
        </p:txBody>
      </p:sp>
      <p:pic>
        <p:nvPicPr>
          <p:cNvPr id="3" name="Picture 2" descr="A logo of a coffee cup&#10;&#10;Description automatically generated">
            <a:extLst>
              <a:ext uri="{FF2B5EF4-FFF2-40B4-BE49-F238E27FC236}">
                <a16:creationId xmlns:a16="http://schemas.microsoft.com/office/drawing/2014/main" id="{56B88643-C26A-C0E0-F378-76F9214BF14D}"/>
              </a:ext>
            </a:extLst>
          </p:cNvPr>
          <p:cNvPicPr>
            <a:picLocks noChangeAspect="1"/>
          </p:cNvPicPr>
          <p:nvPr/>
        </p:nvPicPr>
        <p:blipFill>
          <a:blip r:embed="rId4"/>
          <a:stretch>
            <a:fillRect/>
          </a:stretch>
        </p:blipFill>
        <p:spPr>
          <a:xfrm>
            <a:off x="10989322" y="5575266"/>
            <a:ext cx="531533" cy="927230"/>
          </a:xfrm>
          <a:prstGeom prst="rect">
            <a:avLst/>
          </a:prstGeom>
        </p:spPr>
      </p:pic>
    </p:spTree>
    <p:extLst>
      <p:ext uri="{BB962C8B-B14F-4D97-AF65-F5344CB8AC3E}">
        <p14:creationId xmlns:p14="http://schemas.microsoft.com/office/powerpoint/2010/main" val="8110962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CC9408D-B17D-02D5-D545-502B5783F853}"/>
              </a:ext>
            </a:extLst>
          </p:cNvPr>
          <p:cNvPicPr>
            <a:picLocks noChangeAspect="1"/>
          </p:cNvPicPr>
          <p:nvPr/>
        </p:nvPicPr>
        <p:blipFill>
          <a:blip r:embed="rId2">
            <a:alphaModFix amt="51000"/>
          </a:blip>
          <a:stretch>
            <a:fillRect/>
          </a:stretch>
        </p:blipFill>
        <p:spPr>
          <a:xfrm>
            <a:off x="451945" y="108142"/>
            <a:ext cx="11246069" cy="6641716"/>
          </a:xfrm>
          <a:prstGeom prst="rect">
            <a:avLst/>
          </a:prstGeom>
        </p:spPr>
      </p:pic>
      <p:pic>
        <p:nvPicPr>
          <p:cNvPr id="6" name="Picture 5" descr="Blue and white letters on a black background&#10;&#10;Description automatically generated">
            <a:extLst>
              <a:ext uri="{FF2B5EF4-FFF2-40B4-BE49-F238E27FC236}">
                <a16:creationId xmlns:a16="http://schemas.microsoft.com/office/drawing/2014/main" id="{F5B904B1-D1B4-274C-4512-AF57DBE9E4A3}"/>
              </a:ext>
            </a:extLst>
          </p:cNvPr>
          <p:cNvPicPr>
            <a:picLocks noChangeAspect="1"/>
          </p:cNvPicPr>
          <p:nvPr/>
        </p:nvPicPr>
        <p:blipFill>
          <a:blip r:embed="rId3"/>
          <a:stretch>
            <a:fillRect/>
          </a:stretch>
        </p:blipFill>
        <p:spPr>
          <a:xfrm>
            <a:off x="9802341" y="229238"/>
            <a:ext cx="1630406" cy="815203"/>
          </a:xfrm>
          <a:prstGeom prst="rect">
            <a:avLst/>
          </a:prstGeom>
        </p:spPr>
      </p:pic>
      <p:sp>
        <p:nvSpPr>
          <p:cNvPr id="7" name="TextBox 6">
            <a:extLst>
              <a:ext uri="{FF2B5EF4-FFF2-40B4-BE49-F238E27FC236}">
                <a16:creationId xmlns:a16="http://schemas.microsoft.com/office/drawing/2014/main" id="{CE3F177A-3033-D2FE-CA88-8936D42B25DE}"/>
              </a:ext>
            </a:extLst>
          </p:cNvPr>
          <p:cNvSpPr txBox="1"/>
          <p:nvPr/>
        </p:nvSpPr>
        <p:spPr>
          <a:xfrm>
            <a:off x="759253" y="5671499"/>
            <a:ext cx="10052910" cy="830997"/>
          </a:xfrm>
          <a:prstGeom prst="rect">
            <a:avLst/>
          </a:prstGeom>
          <a:noFill/>
        </p:spPr>
        <p:txBody>
          <a:bodyPr wrap="square" rtlCol="0">
            <a:spAutoFit/>
          </a:bodyPr>
          <a:lstStyle/>
          <a:p>
            <a:r>
              <a:rPr lang="en-US" sz="1200" dirty="0" err="1"/>
              <a:t>Materiais</a:t>
            </a:r>
            <a:r>
              <a:rPr lang="en-US" sz="1200" dirty="0"/>
              <a:t> </a:t>
            </a:r>
            <a:r>
              <a:rPr lang="en-US" sz="1200" dirty="0" err="1"/>
              <a:t>Licenciados</a:t>
            </a:r>
            <a:r>
              <a:rPr lang="en-US" sz="1200" dirty="0"/>
              <a:t> - </a:t>
            </a:r>
            <a:r>
              <a:rPr lang="en-US" sz="1200" dirty="0" err="1"/>
              <a:t>Propriedade</a:t>
            </a:r>
            <a:r>
              <a:rPr lang="en-US" sz="1200" dirty="0"/>
              <a:t> da IBM Corp. © Copyright IBM Corporation e </a:t>
            </a:r>
            <a:r>
              <a:rPr lang="en-US" sz="1200" dirty="0" err="1"/>
              <a:t>seus</a:t>
            </a:r>
            <a:r>
              <a:rPr lang="en-US" sz="1200" dirty="0"/>
              <a:t> </a:t>
            </a:r>
            <a:r>
              <a:rPr lang="en-US" sz="1200" dirty="0" err="1"/>
              <a:t>licenciadores</a:t>
            </a:r>
            <a:r>
              <a:rPr lang="en-US" sz="1200" dirty="0"/>
              <a:t> 2002, 2026. </a:t>
            </a:r>
            <a:r>
              <a:rPr lang="en-US" sz="1200" dirty="0" err="1"/>
              <a:t>Todos</a:t>
            </a:r>
            <a:r>
              <a:rPr lang="en-US" sz="1200" dirty="0"/>
              <a:t> </a:t>
            </a:r>
            <a:r>
              <a:rPr lang="en-US" sz="1200" dirty="0" err="1"/>
              <a:t>os</a:t>
            </a:r>
            <a:r>
              <a:rPr lang="en-US" sz="1200" dirty="0"/>
              <a:t> </a:t>
            </a:r>
            <a:r>
              <a:rPr lang="en-US" sz="1200" dirty="0" err="1"/>
              <a:t>direitos</a:t>
            </a:r>
            <a:r>
              <a:rPr lang="en-US" sz="1200" dirty="0"/>
              <a:t> </a:t>
            </a:r>
            <a:r>
              <a:rPr lang="en-US" sz="1200" dirty="0" err="1"/>
              <a:t>reservados</a:t>
            </a:r>
            <a:r>
              <a:rPr lang="en-US" sz="1200" dirty="0"/>
              <a:t>. IBM, o </a:t>
            </a:r>
            <a:r>
              <a:rPr lang="en-US" sz="1200" dirty="0" err="1"/>
              <a:t>logotipo</a:t>
            </a:r>
            <a:r>
              <a:rPr lang="en-US" sz="1200" dirty="0"/>
              <a:t> IBM e Tivoli </a:t>
            </a:r>
            <a:r>
              <a:rPr lang="en-US" sz="1200" dirty="0" err="1"/>
              <a:t>são</a:t>
            </a:r>
            <a:r>
              <a:rPr lang="en-US" sz="1200" dirty="0"/>
              <a:t> </a:t>
            </a:r>
            <a:r>
              <a:rPr lang="en-US" sz="1200" dirty="0" err="1"/>
              <a:t>marcas</a:t>
            </a:r>
            <a:r>
              <a:rPr lang="en-US" sz="1200" dirty="0"/>
              <a:t> </a:t>
            </a:r>
            <a:r>
              <a:rPr lang="en-US" sz="1200" dirty="0" err="1"/>
              <a:t>registradas</a:t>
            </a:r>
            <a:r>
              <a:rPr lang="en-US" sz="1200" dirty="0"/>
              <a:t> da IBM Corporation </a:t>
            </a:r>
            <a:r>
              <a:rPr lang="en-US" sz="1200" dirty="0" err="1"/>
              <a:t>nos</a:t>
            </a:r>
            <a:r>
              <a:rPr lang="en-US" sz="1200" dirty="0"/>
              <a:t> </a:t>
            </a:r>
            <a:r>
              <a:rPr lang="en-US" sz="1200" dirty="0" err="1"/>
              <a:t>Estados</a:t>
            </a:r>
            <a:r>
              <a:rPr lang="en-US" sz="1200" dirty="0"/>
              <a:t> Unidos e/</a:t>
            </a:r>
            <a:r>
              <a:rPr lang="en-US" sz="1200" dirty="0" err="1"/>
              <a:t>ou</a:t>
            </a:r>
            <a:r>
              <a:rPr lang="en-US" sz="1200" dirty="0"/>
              <a:t> </a:t>
            </a:r>
            <a:r>
              <a:rPr lang="en-US" sz="1200" dirty="0" err="1"/>
              <a:t>em</a:t>
            </a:r>
            <a:r>
              <a:rPr lang="en-US" sz="1200" dirty="0"/>
              <a:t> outros </a:t>
            </a:r>
            <a:r>
              <a:rPr lang="en-US" sz="1200" dirty="0" err="1"/>
              <a:t>países</a:t>
            </a:r>
            <a:r>
              <a:rPr lang="en-US" sz="1200" dirty="0"/>
              <a:t>. Built on Eclipse </a:t>
            </a:r>
            <a:r>
              <a:rPr lang="en-US" sz="1200" dirty="0" err="1"/>
              <a:t>é</a:t>
            </a:r>
            <a:r>
              <a:rPr lang="en-US" sz="1200" dirty="0"/>
              <a:t> </a:t>
            </a:r>
            <a:r>
              <a:rPr lang="en-US" sz="1200" dirty="0" err="1"/>
              <a:t>uma</a:t>
            </a:r>
            <a:r>
              <a:rPr lang="en-US" sz="1200" dirty="0"/>
              <a:t> </a:t>
            </a:r>
            <a:r>
              <a:rPr lang="en-US" sz="1200" dirty="0" err="1"/>
              <a:t>marca</a:t>
            </a:r>
            <a:r>
              <a:rPr lang="en-US" sz="1200" dirty="0"/>
              <a:t> </a:t>
            </a:r>
            <a:r>
              <a:rPr lang="en-US" sz="1200" dirty="0" err="1"/>
              <a:t>comercial</a:t>
            </a:r>
            <a:r>
              <a:rPr lang="en-US" sz="1200" dirty="0"/>
              <a:t> da Eclipse Foundation, Inc. Java e </a:t>
            </a:r>
            <a:r>
              <a:rPr lang="en-US" sz="1200" dirty="0" err="1"/>
              <a:t>todas</a:t>
            </a:r>
            <a:r>
              <a:rPr lang="en-US" sz="1200" dirty="0"/>
              <a:t> as </a:t>
            </a:r>
            <a:r>
              <a:rPr lang="en-US" sz="1200" dirty="0" err="1"/>
              <a:t>marcas</a:t>
            </a:r>
            <a:r>
              <a:rPr lang="en-US" sz="1200" dirty="0"/>
              <a:t> e </a:t>
            </a:r>
            <a:r>
              <a:rPr lang="en-US" sz="1200" dirty="0" err="1"/>
              <a:t>logotipos</a:t>
            </a:r>
            <a:r>
              <a:rPr lang="en-US" sz="1200" dirty="0"/>
              <a:t> </a:t>
            </a:r>
            <a:r>
              <a:rPr lang="en-US" sz="1200" dirty="0" err="1"/>
              <a:t>baseados</a:t>
            </a:r>
            <a:r>
              <a:rPr lang="en-US" sz="1200" dirty="0"/>
              <a:t> </a:t>
            </a:r>
            <a:r>
              <a:rPr lang="en-US" sz="1200" dirty="0" err="1"/>
              <a:t>em</a:t>
            </a:r>
            <a:r>
              <a:rPr lang="en-US" sz="1200" dirty="0"/>
              <a:t> Java </a:t>
            </a:r>
            <a:r>
              <a:rPr lang="en-US" sz="1200" dirty="0" err="1"/>
              <a:t>são</a:t>
            </a:r>
            <a:r>
              <a:rPr lang="en-US" sz="1200" dirty="0"/>
              <a:t> </a:t>
            </a:r>
            <a:r>
              <a:rPr lang="en-US" sz="1200" dirty="0" err="1"/>
              <a:t>marcas</a:t>
            </a:r>
            <a:r>
              <a:rPr lang="en-US" sz="1200" dirty="0"/>
              <a:t> </a:t>
            </a:r>
            <a:r>
              <a:rPr lang="en-US" sz="1200" dirty="0" err="1"/>
              <a:t>comerciais</a:t>
            </a:r>
            <a:r>
              <a:rPr lang="en-US" sz="1200" dirty="0"/>
              <a:t> </a:t>
            </a:r>
            <a:r>
              <a:rPr lang="en-US" sz="1200" dirty="0" err="1"/>
              <a:t>ou</a:t>
            </a:r>
            <a:r>
              <a:rPr lang="en-US" sz="1200" dirty="0"/>
              <a:t> </a:t>
            </a:r>
            <a:r>
              <a:rPr lang="en-US" sz="1200" dirty="0" err="1"/>
              <a:t>marcas</a:t>
            </a:r>
            <a:r>
              <a:rPr lang="en-US" sz="1200" dirty="0"/>
              <a:t> </a:t>
            </a:r>
            <a:r>
              <a:rPr lang="en-US" sz="1200" dirty="0" err="1"/>
              <a:t>registradas</a:t>
            </a:r>
            <a:r>
              <a:rPr lang="en-US" sz="1200" dirty="0"/>
              <a:t> da Oracle e/</a:t>
            </a:r>
            <a:r>
              <a:rPr lang="en-US" sz="1200" dirty="0" err="1"/>
              <a:t>ou</a:t>
            </a:r>
            <a:r>
              <a:rPr lang="en-US" sz="1200" dirty="0"/>
              <a:t> de </a:t>
            </a:r>
            <a:r>
              <a:rPr lang="en-US" sz="1200" dirty="0" err="1"/>
              <a:t>suas</a:t>
            </a:r>
            <a:r>
              <a:rPr lang="en-US" sz="1200" dirty="0"/>
              <a:t> </a:t>
            </a:r>
            <a:r>
              <a:rPr lang="en-US" sz="1200" dirty="0" err="1"/>
              <a:t>afiliadas</a:t>
            </a:r>
            <a:r>
              <a:rPr lang="en-US" sz="1200" dirty="0"/>
              <a:t>. Outros </a:t>
            </a:r>
            <a:r>
              <a:rPr lang="en-US" sz="1200" dirty="0" err="1"/>
              <a:t>nomes</a:t>
            </a:r>
            <a:r>
              <a:rPr lang="en-US" sz="1200" dirty="0"/>
              <a:t> de </a:t>
            </a:r>
            <a:r>
              <a:rPr lang="en-US" sz="1200" dirty="0" err="1"/>
              <a:t>empresas</a:t>
            </a:r>
            <a:r>
              <a:rPr lang="en-US" sz="1200" dirty="0"/>
              <a:t>, </a:t>
            </a:r>
            <a:r>
              <a:rPr lang="en-US" sz="1200" dirty="0" err="1"/>
              <a:t>produtos</a:t>
            </a:r>
            <a:r>
              <a:rPr lang="en-US" sz="1200" dirty="0"/>
              <a:t> </a:t>
            </a:r>
            <a:r>
              <a:rPr lang="en-US" sz="1200" dirty="0" err="1"/>
              <a:t>ou</a:t>
            </a:r>
            <a:r>
              <a:rPr lang="en-US" sz="1200" dirty="0"/>
              <a:t> </a:t>
            </a:r>
            <a:r>
              <a:rPr lang="en-US" sz="1200" dirty="0" err="1"/>
              <a:t>serviços</a:t>
            </a:r>
            <a:r>
              <a:rPr lang="en-US" sz="1200" dirty="0"/>
              <a:t> </a:t>
            </a:r>
            <a:r>
              <a:rPr lang="en-US" sz="1200" dirty="0" err="1"/>
              <a:t>podem</a:t>
            </a:r>
            <a:r>
              <a:rPr lang="en-US" sz="1200" dirty="0"/>
              <a:t> ser </a:t>
            </a:r>
            <a:r>
              <a:rPr lang="en-US" sz="1200" dirty="0" err="1"/>
              <a:t>marcas</a:t>
            </a:r>
            <a:r>
              <a:rPr lang="en-US" sz="1200" dirty="0"/>
              <a:t> </a:t>
            </a:r>
            <a:r>
              <a:rPr lang="en-US" sz="1200" dirty="0" err="1"/>
              <a:t>comerciais</a:t>
            </a:r>
            <a:r>
              <a:rPr lang="en-US" sz="1200" dirty="0"/>
              <a:t> </a:t>
            </a:r>
            <a:r>
              <a:rPr lang="en-US" sz="1200" dirty="0" err="1"/>
              <a:t>ou</a:t>
            </a:r>
            <a:r>
              <a:rPr lang="en-US" sz="1200" dirty="0"/>
              <a:t> </a:t>
            </a:r>
            <a:r>
              <a:rPr lang="en-US" sz="1200" dirty="0" err="1"/>
              <a:t>marcas</a:t>
            </a:r>
            <a:r>
              <a:rPr lang="en-US" sz="1200" dirty="0"/>
              <a:t> de </a:t>
            </a:r>
            <a:r>
              <a:rPr lang="en-US" sz="1200" dirty="0" err="1"/>
              <a:t>serviço</a:t>
            </a:r>
            <a:r>
              <a:rPr lang="en-US" sz="1200" dirty="0"/>
              <a:t> de </a:t>
            </a:r>
            <a:r>
              <a:rPr lang="en-US" sz="1200" dirty="0" err="1"/>
              <a:t>terceiros</a:t>
            </a:r>
            <a:r>
              <a:rPr lang="en-US" sz="1200" dirty="0"/>
              <a:t>.</a:t>
            </a:r>
          </a:p>
        </p:txBody>
      </p:sp>
      <p:sp>
        <p:nvSpPr>
          <p:cNvPr id="8" name="TextBox 7">
            <a:extLst>
              <a:ext uri="{FF2B5EF4-FFF2-40B4-BE49-F238E27FC236}">
                <a16:creationId xmlns:a16="http://schemas.microsoft.com/office/drawing/2014/main" id="{6069E488-42DC-D7AE-35A0-B05C1C48FCA3}"/>
              </a:ext>
            </a:extLst>
          </p:cNvPr>
          <p:cNvSpPr txBox="1"/>
          <p:nvPr/>
        </p:nvSpPr>
        <p:spPr>
          <a:xfrm>
            <a:off x="759253" y="229238"/>
            <a:ext cx="6768071" cy="892552"/>
          </a:xfrm>
          <a:prstGeom prst="rect">
            <a:avLst/>
          </a:prstGeom>
          <a:noFill/>
        </p:spPr>
        <p:txBody>
          <a:bodyPr wrap="square" rtlCol="0">
            <a:spAutoFit/>
          </a:bodyPr>
          <a:lstStyle/>
          <a:p>
            <a:r>
              <a:rPr lang="en-US" sz="3200" dirty="0"/>
              <a:t>IBM Security Verify Directory Integrator</a:t>
            </a:r>
          </a:p>
          <a:p>
            <a:r>
              <a:rPr lang="en-US" dirty="0"/>
              <a:t>10.0.0</a:t>
            </a:r>
          </a:p>
        </p:txBody>
      </p:sp>
      <p:pic>
        <p:nvPicPr>
          <p:cNvPr id="3" name="Picture 2" descr="A logo of a coffee cup&#10;&#10;Description automatically generated">
            <a:extLst>
              <a:ext uri="{FF2B5EF4-FFF2-40B4-BE49-F238E27FC236}">
                <a16:creationId xmlns:a16="http://schemas.microsoft.com/office/drawing/2014/main" id="{56B88643-C26A-C0E0-F378-76F9214BF14D}"/>
              </a:ext>
            </a:extLst>
          </p:cNvPr>
          <p:cNvPicPr>
            <a:picLocks noChangeAspect="1"/>
          </p:cNvPicPr>
          <p:nvPr/>
        </p:nvPicPr>
        <p:blipFill>
          <a:blip r:embed="rId4"/>
          <a:stretch>
            <a:fillRect/>
          </a:stretch>
        </p:blipFill>
        <p:spPr>
          <a:xfrm>
            <a:off x="10989322" y="5575266"/>
            <a:ext cx="531533" cy="927230"/>
          </a:xfrm>
          <a:prstGeom prst="rect">
            <a:avLst/>
          </a:prstGeom>
        </p:spPr>
      </p:pic>
    </p:spTree>
    <p:extLst>
      <p:ext uri="{BB962C8B-B14F-4D97-AF65-F5344CB8AC3E}">
        <p14:creationId xmlns:p14="http://schemas.microsoft.com/office/powerpoint/2010/main" val="30969914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CC9408D-B17D-02D5-D545-502B5783F853}"/>
              </a:ext>
            </a:extLst>
          </p:cNvPr>
          <p:cNvPicPr>
            <a:picLocks noChangeAspect="1"/>
          </p:cNvPicPr>
          <p:nvPr/>
        </p:nvPicPr>
        <p:blipFill>
          <a:blip r:embed="rId2">
            <a:alphaModFix amt="51000"/>
          </a:blip>
          <a:stretch>
            <a:fillRect/>
          </a:stretch>
        </p:blipFill>
        <p:spPr>
          <a:xfrm>
            <a:off x="451945" y="108142"/>
            <a:ext cx="11246069" cy="6641716"/>
          </a:xfrm>
          <a:prstGeom prst="rect">
            <a:avLst/>
          </a:prstGeom>
        </p:spPr>
      </p:pic>
      <p:pic>
        <p:nvPicPr>
          <p:cNvPr id="6" name="Picture 5" descr="Blue and white letters on a black background&#10;&#10;Description automatically generated">
            <a:extLst>
              <a:ext uri="{FF2B5EF4-FFF2-40B4-BE49-F238E27FC236}">
                <a16:creationId xmlns:a16="http://schemas.microsoft.com/office/drawing/2014/main" id="{F5B904B1-D1B4-274C-4512-AF57DBE9E4A3}"/>
              </a:ext>
            </a:extLst>
          </p:cNvPr>
          <p:cNvPicPr>
            <a:picLocks noChangeAspect="1"/>
          </p:cNvPicPr>
          <p:nvPr/>
        </p:nvPicPr>
        <p:blipFill>
          <a:blip r:embed="rId3"/>
          <a:stretch>
            <a:fillRect/>
          </a:stretch>
        </p:blipFill>
        <p:spPr>
          <a:xfrm>
            <a:off x="9802341" y="229238"/>
            <a:ext cx="1630406" cy="815203"/>
          </a:xfrm>
          <a:prstGeom prst="rect">
            <a:avLst/>
          </a:prstGeom>
        </p:spPr>
      </p:pic>
      <p:sp>
        <p:nvSpPr>
          <p:cNvPr id="7" name="TextBox 6">
            <a:extLst>
              <a:ext uri="{FF2B5EF4-FFF2-40B4-BE49-F238E27FC236}">
                <a16:creationId xmlns:a16="http://schemas.microsoft.com/office/drawing/2014/main" id="{CE3F177A-3033-D2FE-CA88-8936D42B25DE}"/>
              </a:ext>
            </a:extLst>
          </p:cNvPr>
          <p:cNvSpPr txBox="1"/>
          <p:nvPr/>
        </p:nvSpPr>
        <p:spPr>
          <a:xfrm>
            <a:off x="759253" y="5856165"/>
            <a:ext cx="10052910" cy="646331"/>
          </a:xfrm>
          <a:prstGeom prst="rect">
            <a:avLst/>
          </a:prstGeom>
          <a:noFill/>
        </p:spPr>
        <p:txBody>
          <a:bodyPr wrap="square" rtlCol="0">
            <a:spAutoFit/>
          </a:bodyPr>
          <a:lstStyle/>
          <a:p>
            <a:r>
              <a:rPr lang="ja-JP" altLang="en-US" sz="1200"/>
              <a:t>许可材料 </a:t>
            </a:r>
            <a:r>
              <a:rPr lang="en-US" altLang="ja-JP" sz="1200" dirty="0"/>
              <a:t>- </a:t>
            </a:r>
            <a:r>
              <a:rPr lang="en-US" sz="1200" dirty="0"/>
              <a:t>IBM Corp. </a:t>
            </a:r>
            <a:r>
              <a:rPr lang="ja-JP" altLang="en-US" sz="1200"/>
              <a:t>的财产。</a:t>
            </a:r>
            <a:r>
              <a:rPr lang="en-US" altLang="ja-JP" sz="1200" dirty="0"/>
              <a:t>© </a:t>
            </a:r>
            <a:r>
              <a:rPr lang="en-US" sz="1200" dirty="0"/>
              <a:t>IBM Corporation </a:t>
            </a:r>
            <a:r>
              <a:rPr lang="ja-JP" altLang="en-US" sz="1200"/>
              <a:t>及其许可方版权所有 </a:t>
            </a:r>
            <a:r>
              <a:rPr lang="en-US" altLang="ja-JP" sz="1200" dirty="0"/>
              <a:t>2002</a:t>
            </a:r>
            <a:r>
              <a:rPr lang="ja-JP" altLang="en-US" sz="1200"/>
              <a:t>、</a:t>
            </a:r>
            <a:r>
              <a:rPr lang="en-US" altLang="ja-JP" sz="1200" dirty="0"/>
              <a:t>2026</a:t>
            </a:r>
            <a:r>
              <a:rPr lang="ja-JP" altLang="en-US" sz="1200"/>
              <a:t>。保留所有权利。 </a:t>
            </a:r>
            <a:r>
              <a:rPr lang="en-US" sz="1200" dirty="0"/>
              <a:t>IBM、IBM </a:t>
            </a:r>
            <a:r>
              <a:rPr lang="ja-JP" altLang="en-US" sz="1200"/>
              <a:t>徽标和 </a:t>
            </a:r>
            <a:r>
              <a:rPr lang="en-US" sz="1200" dirty="0"/>
              <a:t>Tivoli </a:t>
            </a:r>
            <a:r>
              <a:rPr lang="ja-JP" altLang="en-US" sz="1200"/>
              <a:t>是 </a:t>
            </a:r>
            <a:r>
              <a:rPr lang="en-US" sz="1200" dirty="0"/>
              <a:t>IBM Corporation </a:t>
            </a:r>
            <a:r>
              <a:rPr lang="ja-JP" altLang="en-US" sz="1200"/>
              <a:t>在美国和</a:t>
            </a:r>
            <a:r>
              <a:rPr lang="en-US" altLang="ja-JP" sz="1200" dirty="0"/>
              <a:t>/</a:t>
            </a:r>
            <a:r>
              <a:rPr lang="ja-JP" altLang="en-US" sz="1200"/>
              <a:t>或其他国家</a:t>
            </a:r>
            <a:r>
              <a:rPr lang="en-US" altLang="ja-JP" sz="1200" dirty="0"/>
              <a:t>/</a:t>
            </a:r>
            <a:r>
              <a:rPr lang="ja-JP" altLang="en-US" sz="1200"/>
              <a:t>地区的商标。 </a:t>
            </a:r>
            <a:r>
              <a:rPr lang="en-US" sz="1200" dirty="0"/>
              <a:t>Build on Eclipse </a:t>
            </a:r>
            <a:r>
              <a:rPr lang="ja-JP" altLang="en-US" sz="1200"/>
              <a:t>是 </a:t>
            </a:r>
            <a:r>
              <a:rPr lang="en-US" sz="1200" dirty="0"/>
              <a:t>Eclipse Foundation, Inc. </a:t>
            </a:r>
            <a:r>
              <a:rPr lang="ja-JP" altLang="en-US" sz="1200"/>
              <a:t>的商标。</a:t>
            </a:r>
            <a:r>
              <a:rPr lang="en-US" sz="1200" dirty="0"/>
              <a:t>Java </a:t>
            </a:r>
            <a:r>
              <a:rPr lang="ja-JP" altLang="en-US" sz="1200"/>
              <a:t>和所有基于 </a:t>
            </a:r>
            <a:r>
              <a:rPr lang="en-US" sz="1200" dirty="0"/>
              <a:t>Java </a:t>
            </a:r>
            <a:r>
              <a:rPr lang="ja-JP" altLang="en-US" sz="1200"/>
              <a:t>的商标和徽标都是 </a:t>
            </a:r>
            <a:r>
              <a:rPr lang="en-US" sz="1200" dirty="0"/>
              <a:t>Oracle </a:t>
            </a:r>
            <a:r>
              <a:rPr lang="ja-JP" altLang="en-US" sz="1200"/>
              <a:t>和</a:t>
            </a:r>
            <a:r>
              <a:rPr lang="en-US" altLang="ja-JP" sz="1200" dirty="0"/>
              <a:t>/</a:t>
            </a:r>
            <a:r>
              <a:rPr lang="ja-JP" altLang="en-US" sz="1200"/>
              <a:t>或其附属公司的商标或注册商标。其他公司、产品或服务名称可能是其他公司的商标或服务标志。</a:t>
            </a:r>
            <a:endParaRPr lang="en-US" sz="1200" dirty="0"/>
          </a:p>
        </p:txBody>
      </p:sp>
      <p:sp>
        <p:nvSpPr>
          <p:cNvPr id="8" name="TextBox 7">
            <a:extLst>
              <a:ext uri="{FF2B5EF4-FFF2-40B4-BE49-F238E27FC236}">
                <a16:creationId xmlns:a16="http://schemas.microsoft.com/office/drawing/2014/main" id="{6069E488-42DC-D7AE-35A0-B05C1C48FCA3}"/>
              </a:ext>
            </a:extLst>
          </p:cNvPr>
          <p:cNvSpPr txBox="1"/>
          <p:nvPr/>
        </p:nvSpPr>
        <p:spPr>
          <a:xfrm>
            <a:off x="759253" y="229238"/>
            <a:ext cx="6768071" cy="892552"/>
          </a:xfrm>
          <a:prstGeom prst="rect">
            <a:avLst/>
          </a:prstGeom>
          <a:noFill/>
        </p:spPr>
        <p:txBody>
          <a:bodyPr wrap="square" rtlCol="0">
            <a:spAutoFit/>
          </a:bodyPr>
          <a:lstStyle/>
          <a:p>
            <a:r>
              <a:rPr lang="en-US" sz="3200" dirty="0"/>
              <a:t>IBM Security Verify Directory Integrator</a:t>
            </a:r>
          </a:p>
          <a:p>
            <a:r>
              <a:rPr lang="en-US" dirty="0"/>
              <a:t>10.0.0</a:t>
            </a:r>
          </a:p>
        </p:txBody>
      </p:sp>
      <p:pic>
        <p:nvPicPr>
          <p:cNvPr id="3" name="Picture 2" descr="A logo of a coffee cup&#10;&#10;Description automatically generated">
            <a:extLst>
              <a:ext uri="{FF2B5EF4-FFF2-40B4-BE49-F238E27FC236}">
                <a16:creationId xmlns:a16="http://schemas.microsoft.com/office/drawing/2014/main" id="{56B88643-C26A-C0E0-F378-76F9214BF14D}"/>
              </a:ext>
            </a:extLst>
          </p:cNvPr>
          <p:cNvPicPr>
            <a:picLocks noChangeAspect="1"/>
          </p:cNvPicPr>
          <p:nvPr/>
        </p:nvPicPr>
        <p:blipFill>
          <a:blip r:embed="rId4"/>
          <a:stretch>
            <a:fillRect/>
          </a:stretch>
        </p:blipFill>
        <p:spPr>
          <a:xfrm>
            <a:off x="10989322" y="5575266"/>
            <a:ext cx="531533" cy="927230"/>
          </a:xfrm>
          <a:prstGeom prst="rect">
            <a:avLst/>
          </a:prstGeom>
        </p:spPr>
      </p:pic>
    </p:spTree>
    <p:extLst>
      <p:ext uri="{BB962C8B-B14F-4D97-AF65-F5344CB8AC3E}">
        <p14:creationId xmlns:p14="http://schemas.microsoft.com/office/powerpoint/2010/main" val="36523507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CC9408D-B17D-02D5-D545-502B5783F853}"/>
              </a:ext>
            </a:extLst>
          </p:cNvPr>
          <p:cNvPicPr>
            <a:picLocks noChangeAspect="1"/>
          </p:cNvPicPr>
          <p:nvPr/>
        </p:nvPicPr>
        <p:blipFill>
          <a:blip r:embed="rId2">
            <a:alphaModFix amt="51000"/>
          </a:blip>
          <a:stretch>
            <a:fillRect/>
          </a:stretch>
        </p:blipFill>
        <p:spPr>
          <a:xfrm>
            <a:off x="451945" y="108142"/>
            <a:ext cx="11246069" cy="6641716"/>
          </a:xfrm>
          <a:prstGeom prst="rect">
            <a:avLst/>
          </a:prstGeom>
        </p:spPr>
      </p:pic>
      <p:pic>
        <p:nvPicPr>
          <p:cNvPr id="6" name="Picture 5" descr="Blue and white letters on a black background&#10;&#10;Description automatically generated">
            <a:extLst>
              <a:ext uri="{FF2B5EF4-FFF2-40B4-BE49-F238E27FC236}">
                <a16:creationId xmlns:a16="http://schemas.microsoft.com/office/drawing/2014/main" id="{F5B904B1-D1B4-274C-4512-AF57DBE9E4A3}"/>
              </a:ext>
            </a:extLst>
          </p:cNvPr>
          <p:cNvPicPr>
            <a:picLocks noChangeAspect="1"/>
          </p:cNvPicPr>
          <p:nvPr/>
        </p:nvPicPr>
        <p:blipFill>
          <a:blip r:embed="rId3"/>
          <a:stretch>
            <a:fillRect/>
          </a:stretch>
        </p:blipFill>
        <p:spPr>
          <a:xfrm>
            <a:off x="9802341" y="229238"/>
            <a:ext cx="1630406" cy="815203"/>
          </a:xfrm>
          <a:prstGeom prst="rect">
            <a:avLst/>
          </a:prstGeom>
        </p:spPr>
      </p:pic>
      <p:sp>
        <p:nvSpPr>
          <p:cNvPr id="7" name="TextBox 6">
            <a:extLst>
              <a:ext uri="{FF2B5EF4-FFF2-40B4-BE49-F238E27FC236}">
                <a16:creationId xmlns:a16="http://schemas.microsoft.com/office/drawing/2014/main" id="{CE3F177A-3033-D2FE-CA88-8936D42B25DE}"/>
              </a:ext>
            </a:extLst>
          </p:cNvPr>
          <p:cNvSpPr txBox="1"/>
          <p:nvPr/>
        </p:nvSpPr>
        <p:spPr>
          <a:xfrm>
            <a:off x="759253" y="5856165"/>
            <a:ext cx="10052910" cy="646331"/>
          </a:xfrm>
          <a:prstGeom prst="rect">
            <a:avLst/>
          </a:prstGeom>
          <a:noFill/>
        </p:spPr>
        <p:txBody>
          <a:bodyPr wrap="square" rtlCol="0">
            <a:spAutoFit/>
          </a:bodyPr>
          <a:lstStyle/>
          <a:p>
            <a:r>
              <a:rPr lang="ja-JP" altLang="en-US" sz="1200"/>
              <a:t>許可材料 </a:t>
            </a:r>
            <a:r>
              <a:rPr lang="en-US" altLang="ja-JP" sz="1200" dirty="0"/>
              <a:t>- </a:t>
            </a:r>
            <a:r>
              <a:rPr lang="en-US" sz="1200" dirty="0"/>
              <a:t>IBM Corp. </a:t>
            </a:r>
            <a:r>
              <a:rPr lang="ja-JP" altLang="en-US" sz="1200"/>
              <a:t>的財產。</a:t>
            </a:r>
            <a:r>
              <a:rPr lang="en-US" altLang="ja-JP" sz="1200" dirty="0"/>
              <a:t>© </a:t>
            </a:r>
            <a:r>
              <a:rPr lang="en-US" sz="1200" dirty="0"/>
              <a:t>IBM Corporation </a:t>
            </a:r>
            <a:r>
              <a:rPr lang="ja-JP" altLang="en-US" sz="1200"/>
              <a:t>及其許可方版權所有 </a:t>
            </a:r>
            <a:r>
              <a:rPr lang="en-US" altLang="ja-JP" sz="1200" dirty="0"/>
              <a:t>2002</a:t>
            </a:r>
            <a:r>
              <a:rPr lang="ja-JP" altLang="en-US" sz="1200"/>
              <a:t>、</a:t>
            </a:r>
            <a:r>
              <a:rPr lang="en-US" altLang="ja-JP" sz="1200" dirty="0"/>
              <a:t>2026</a:t>
            </a:r>
            <a:r>
              <a:rPr lang="ja-JP" altLang="en-US" sz="1200"/>
              <a:t>。保留所有權利。 </a:t>
            </a:r>
            <a:r>
              <a:rPr lang="en-US" sz="1200" dirty="0"/>
              <a:t>IBM、IBM </a:t>
            </a:r>
            <a:r>
              <a:rPr lang="ja-JP" altLang="en-US" sz="1200"/>
              <a:t>徽標和 </a:t>
            </a:r>
            <a:r>
              <a:rPr lang="en-US" sz="1200" dirty="0"/>
              <a:t>Tivoli </a:t>
            </a:r>
            <a:r>
              <a:rPr lang="ja-JP" altLang="en-US" sz="1200"/>
              <a:t>是 </a:t>
            </a:r>
            <a:r>
              <a:rPr lang="en-US" sz="1200" dirty="0"/>
              <a:t>IBM Corporation </a:t>
            </a:r>
            <a:r>
              <a:rPr lang="ja-JP" altLang="en-US" sz="1200"/>
              <a:t>在美國和</a:t>
            </a:r>
            <a:r>
              <a:rPr lang="en-US" altLang="ja-JP" sz="1200" dirty="0"/>
              <a:t>/</a:t>
            </a:r>
            <a:r>
              <a:rPr lang="ja-JP" altLang="en-US" sz="1200"/>
              <a:t>或其他國家</a:t>
            </a:r>
            <a:r>
              <a:rPr lang="en-US" altLang="ja-JP" sz="1200" dirty="0"/>
              <a:t>/</a:t>
            </a:r>
            <a:r>
              <a:rPr lang="ja-JP" altLang="en-US" sz="1200"/>
              <a:t>地區的商標。 </a:t>
            </a:r>
            <a:r>
              <a:rPr lang="en-US" sz="1200" dirty="0"/>
              <a:t>Build on Eclipse </a:t>
            </a:r>
            <a:r>
              <a:rPr lang="ja-JP" altLang="en-US" sz="1200"/>
              <a:t>是 </a:t>
            </a:r>
            <a:r>
              <a:rPr lang="en-US" sz="1200" dirty="0"/>
              <a:t>Eclipse Foundation, Inc. </a:t>
            </a:r>
            <a:r>
              <a:rPr lang="ja-JP" altLang="en-US" sz="1200"/>
              <a:t>的商標。</a:t>
            </a:r>
            <a:r>
              <a:rPr lang="en-US" sz="1200" dirty="0"/>
              <a:t>Java </a:t>
            </a:r>
            <a:r>
              <a:rPr lang="ja-JP" altLang="en-US" sz="1200"/>
              <a:t>和所有基於 </a:t>
            </a:r>
            <a:r>
              <a:rPr lang="en-US" sz="1200" dirty="0"/>
              <a:t>Java </a:t>
            </a:r>
            <a:r>
              <a:rPr lang="ja-JP" altLang="en-US" sz="1200"/>
              <a:t>的商標和徽標都是 </a:t>
            </a:r>
            <a:r>
              <a:rPr lang="en-US" sz="1200" dirty="0"/>
              <a:t>Oracle </a:t>
            </a:r>
            <a:r>
              <a:rPr lang="ja-JP" altLang="en-US" sz="1200"/>
              <a:t>和</a:t>
            </a:r>
            <a:r>
              <a:rPr lang="en-US" altLang="ja-JP" sz="1200" dirty="0"/>
              <a:t>/</a:t>
            </a:r>
            <a:r>
              <a:rPr lang="ja-JP" altLang="en-US" sz="1200"/>
              <a:t>或其附屬公司的商標或註冊商標。其他公司、產品或服務名稱可能是其他公司的商標或服務標誌。</a:t>
            </a:r>
            <a:endParaRPr lang="en-US" sz="1200" dirty="0"/>
          </a:p>
        </p:txBody>
      </p:sp>
      <p:sp>
        <p:nvSpPr>
          <p:cNvPr id="8" name="TextBox 7">
            <a:extLst>
              <a:ext uri="{FF2B5EF4-FFF2-40B4-BE49-F238E27FC236}">
                <a16:creationId xmlns:a16="http://schemas.microsoft.com/office/drawing/2014/main" id="{6069E488-42DC-D7AE-35A0-B05C1C48FCA3}"/>
              </a:ext>
            </a:extLst>
          </p:cNvPr>
          <p:cNvSpPr txBox="1"/>
          <p:nvPr/>
        </p:nvSpPr>
        <p:spPr>
          <a:xfrm>
            <a:off x="759253" y="229238"/>
            <a:ext cx="6768071" cy="892552"/>
          </a:xfrm>
          <a:prstGeom prst="rect">
            <a:avLst/>
          </a:prstGeom>
          <a:noFill/>
        </p:spPr>
        <p:txBody>
          <a:bodyPr wrap="square" rtlCol="0">
            <a:spAutoFit/>
          </a:bodyPr>
          <a:lstStyle/>
          <a:p>
            <a:r>
              <a:rPr lang="en-US" sz="3200" dirty="0"/>
              <a:t>IBM Security Verify Directory Integrator</a:t>
            </a:r>
          </a:p>
          <a:p>
            <a:r>
              <a:rPr lang="en-US" dirty="0"/>
              <a:t>10.0.0</a:t>
            </a:r>
          </a:p>
        </p:txBody>
      </p:sp>
      <p:pic>
        <p:nvPicPr>
          <p:cNvPr id="3" name="Picture 2" descr="A logo of a coffee cup&#10;&#10;Description automatically generated">
            <a:extLst>
              <a:ext uri="{FF2B5EF4-FFF2-40B4-BE49-F238E27FC236}">
                <a16:creationId xmlns:a16="http://schemas.microsoft.com/office/drawing/2014/main" id="{56B88643-C26A-C0E0-F378-76F9214BF14D}"/>
              </a:ext>
            </a:extLst>
          </p:cNvPr>
          <p:cNvPicPr>
            <a:picLocks noChangeAspect="1"/>
          </p:cNvPicPr>
          <p:nvPr/>
        </p:nvPicPr>
        <p:blipFill>
          <a:blip r:embed="rId4"/>
          <a:stretch>
            <a:fillRect/>
          </a:stretch>
        </p:blipFill>
        <p:spPr>
          <a:xfrm>
            <a:off x="10989322" y="5575266"/>
            <a:ext cx="531533" cy="927230"/>
          </a:xfrm>
          <a:prstGeom prst="rect">
            <a:avLst/>
          </a:prstGeom>
        </p:spPr>
      </p:pic>
    </p:spTree>
    <p:extLst>
      <p:ext uri="{BB962C8B-B14F-4D97-AF65-F5344CB8AC3E}">
        <p14:creationId xmlns:p14="http://schemas.microsoft.com/office/powerpoint/2010/main" val="19673039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TotalTime>
  <Words>1328</Words>
  <Application>Microsoft Macintosh PowerPoint</Application>
  <PresentationFormat>Widescreen</PresentationFormat>
  <Paragraphs>43</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Scott Exton</dc:creator>
  <cp:lastModifiedBy>Jay Deshmukh</cp:lastModifiedBy>
  <cp:revision>7</cp:revision>
  <dcterms:created xsi:type="dcterms:W3CDTF">2023-08-02T00:13:31Z</dcterms:created>
  <dcterms:modified xsi:type="dcterms:W3CDTF">2026-04-01T10:44:45Z</dcterms:modified>
</cp:coreProperties>
</file>